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strument Serif" charset="1" panose="00000000000000000000"/>
      <p:regular r:id="rId16"/>
    </p:embeddedFont>
    <p:embeddedFont>
      <p:font typeface="Open Sans" charset="1" panose="00000000000000000000"/>
      <p:regular r:id="rId17"/>
    </p:embeddedFont>
    <p:embeddedFont>
      <p:font typeface="Open Sans Bold" charset="1" panose="00000000000000000000"/>
      <p:regular r:id="rId18"/>
    </p:embeddedFont>
    <p:embeddedFont>
      <p:font typeface="Open Sans Medium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388071"/>
            <a:ext cx="711160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Коллекция сериалов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4623044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Разработка веб-приложения на JavaScript для отслеживания просмотренных серий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50238" y="6015333"/>
            <a:ext cx="9445523" cy="21136"/>
            <a:chOff x="0" y="0"/>
            <a:chExt cx="12594031" cy="281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4082" cy="28194"/>
            </a:xfrm>
            <a:custGeom>
              <a:avLst/>
              <a:gdLst/>
              <a:ahLst/>
              <a:cxnLst/>
              <a:rect r="r" b="b" t="t" l="l"/>
              <a:pathLst>
                <a:path h="28194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28194"/>
                  </a:lnTo>
                  <a:lnTo>
                    <a:pt x="0" y="28194"/>
                  </a:lnTo>
                  <a:close/>
                </a:path>
              </a:pathLst>
            </a:custGeom>
            <a:solidFill>
              <a:srgbClr val="CFD0D8">
                <a:alpha val="24706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50238" y="6331001"/>
            <a:ext cx="9445523" cy="42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Азат Мухаммедамин</a:t>
            </a: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· Группа 16 РПО · Курсовая работа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7794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570" t="0" r="-6257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19282" y="821531"/>
            <a:ext cx="2021977" cy="510483"/>
            <a:chOff x="0" y="0"/>
            <a:chExt cx="2695969" cy="6806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95956" cy="680593"/>
            </a:xfrm>
            <a:custGeom>
              <a:avLst/>
              <a:gdLst/>
              <a:ahLst/>
              <a:cxnLst/>
              <a:rect r="r" b="b" t="t" l="l"/>
              <a:pathLst>
                <a:path h="680593" w="2695956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2572893" y="0"/>
                  </a:lnTo>
                  <a:cubicBezTo>
                    <a:pt x="2640838" y="0"/>
                    <a:pt x="2695956" y="55118"/>
                    <a:pt x="2695956" y="123063"/>
                  </a:cubicBezTo>
                  <a:lnTo>
                    <a:pt x="2695956" y="557530"/>
                  </a:lnTo>
                  <a:cubicBezTo>
                    <a:pt x="2695956" y="625475"/>
                    <a:pt x="2640838" y="680593"/>
                    <a:pt x="2572893" y="680593"/>
                  </a:cubicBezTo>
                  <a:lnTo>
                    <a:pt x="123063" y="680593"/>
                  </a:lnTo>
                  <a:cubicBezTo>
                    <a:pt x="55118" y="680593"/>
                    <a:pt x="0" y="625602"/>
                    <a:pt x="0" y="557530"/>
                  </a:cubicBezTo>
                  <a:close/>
                </a:path>
              </a:pathLst>
            </a:custGeom>
            <a:solidFill>
              <a:srgbClr val="25252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00232" y="2676677"/>
            <a:ext cx="9545536" cy="2117379"/>
            <a:chOff x="0" y="0"/>
            <a:chExt cx="12727381" cy="282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2676505" cy="2772410"/>
            </a:xfrm>
            <a:custGeom>
              <a:avLst/>
              <a:gdLst/>
              <a:ahLst/>
              <a:cxnLst/>
              <a:rect r="r" b="b" t="t" l="l"/>
              <a:pathLst>
                <a:path h="2772410" w="12676505">
                  <a:moveTo>
                    <a:pt x="0" y="243840"/>
                  </a:moveTo>
                  <a:cubicBezTo>
                    <a:pt x="0" y="109220"/>
                    <a:pt x="110744" y="0"/>
                    <a:pt x="247269" y="0"/>
                  </a:cubicBezTo>
                  <a:lnTo>
                    <a:pt x="12429236" y="0"/>
                  </a:lnTo>
                  <a:cubicBezTo>
                    <a:pt x="12565761" y="0"/>
                    <a:pt x="12676505" y="109220"/>
                    <a:pt x="12676505" y="243840"/>
                  </a:cubicBezTo>
                  <a:lnTo>
                    <a:pt x="12676505" y="2528570"/>
                  </a:lnTo>
                  <a:cubicBezTo>
                    <a:pt x="12676505" y="2663190"/>
                    <a:pt x="12565761" y="2772410"/>
                    <a:pt x="12429236" y="2772410"/>
                  </a:cubicBezTo>
                  <a:lnTo>
                    <a:pt x="247269" y="2772410"/>
                  </a:lnTo>
                  <a:cubicBezTo>
                    <a:pt x="110744" y="2772410"/>
                    <a:pt x="0" y="2663190"/>
                    <a:pt x="0" y="2528570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27305" cy="2823210"/>
            </a:xfrm>
            <a:custGeom>
              <a:avLst/>
              <a:gdLst/>
              <a:ahLst/>
              <a:cxnLst/>
              <a:rect r="r" b="b" t="t" l="l"/>
              <a:pathLst>
                <a:path h="2823210" w="12727305">
                  <a:moveTo>
                    <a:pt x="0" y="269240"/>
                  </a:moveTo>
                  <a:cubicBezTo>
                    <a:pt x="0" y="120142"/>
                    <a:pt x="122428" y="0"/>
                    <a:pt x="272669" y="0"/>
                  </a:cubicBezTo>
                  <a:lnTo>
                    <a:pt x="12454636" y="0"/>
                  </a:lnTo>
                  <a:lnTo>
                    <a:pt x="12454636" y="25400"/>
                  </a:lnTo>
                  <a:lnTo>
                    <a:pt x="12454636" y="0"/>
                  </a:lnTo>
                  <a:cubicBezTo>
                    <a:pt x="12604877" y="0"/>
                    <a:pt x="12727305" y="120142"/>
                    <a:pt x="12727305" y="269240"/>
                  </a:cubicBezTo>
                  <a:lnTo>
                    <a:pt x="12701905" y="269240"/>
                  </a:lnTo>
                  <a:lnTo>
                    <a:pt x="12727305" y="269240"/>
                  </a:lnTo>
                  <a:lnTo>
                    <a:pt x="12727305" y="2553970"/>
                  </a:lnTo>
                  <a:lnTo>
                    <a:pt x="12701905" y="2553970"/>
                  </a:lnTo>
                  <a:lnTo>
                    <a:pt x="12727305" y="2553970"/>
                  </a:lnTo>
                  <a:cubicBezTo>
                    <a:pt x="12727305" y="2702941"/>
                    <a:pt x="12604877" y="2823210"/>
                    <a:pt x="12454636" y="2823210"/>
                  </a:cubicBezTo>
                  <a:lnTo>
                    <a:pt x="12454636" y="2797810"/>
                  </a:lnTo>
                  <a:lnTo>
                    <a:pt x="12454636" y="2823210"/>
                  </a:lnTo>
                  <a:lnTo>
                    <a:pt x="272669" y="2823210"/>
                  </a:lnTo>
                  <a:lnTo>
                    <a:pt x="272669" y="2797810"/>
                  </a:lnTo>
                  <a:lnTo>
                    <a:pt x="272669" y="2823210"/>
                  </a:lnTo>
                  <a:cubicBezTo>
                    <a:pt x="122428" y="2823210"/>
                    <a:pt x="0" y="2702941"/>
                    <a:pt x="0" y="255397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53970"/>
                  </a:lnTo>
                  <a:lnTo>
                    <a:pt x="25400" y="2553970"/>
                  </a:lnTo>
                  <a:lnTo>
                    <a:pt x="50800" y="2553970"/>
                  </a:lnTo>
                  <a:cubicBezTo>
                    <a:pt x="50800" y="2674239"/>
                    <a:pt x="149860" y="2772410"/>
                    <a:pt x="272669" y="2772410"/>
                  </a:cubicBezTo>
                  <a:lnTo>
                    <a:pt x="12454636" y="2772410"/>
                  </a:lnTo>
                  <a:cubicBezTo>
                    <a:pt x="12577572" y="2772410"/>
                    <a:pt x="12676505" y="2674239"/>
                    <a:pt x="12676505" y="2553970"/>
                  </a:cubicBezTo>
                  <a:lnTo>
                    <a:pt x="12676505" y="269240"/>
                  </a:lnTo>
                  <a:cubicBezTo>
                    <a:pt x="12676505" y="148971"/>
                    <a:pt x="12577445" y="50800"/>
                    <a:pt x="12454636" y="50800"/>
                  </a:cubicBezTo>
                  <a:lnTo>
                    <a:pt x="272669" y="50800"/>
                  </a:lnTo>
                  <a:lnTo>
                    <a:pt x="272669" y="25400"/>
                  </a:lnTo>
                  <a:lnTo>
                    <a:pt x="272669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781182" y="2695727"/>
            <a:ext cx="152400" cy="2079279"/>
            <a:chOff x="0" y="0"/>
            <a:chExt cx="203200" cy="2772372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03200" cy="2772410"/>
            </a:xfrm>
            <a:custGeom>
              <a:avLst/>
              <a:gdLst/>
              <a:ahLst/>
              <a:cxnLst/>
              <a:rect r="r" b="b" t="t" l="l"/>
              <a:pathLst>
                <a:path h="277241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772410"/>
                  </a:lnTo>
                  <a:lnTo>
                    <a:pt x="0" y="2772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" t="0" r="-68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933582" y="5040954"/>
            <a:ext cx="9545536" cy="2117379"/>
            <a:chOff x="0" y="0"/>
            <a:chExt cx="12727381" cy="28231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12676505" cy="2772410"/>
            </a:xfrm>
            <a:custGeom>
              <a:avLst/>
              <a:gdLst/>
              <a:ahLst/>
              <a:cxnLst/>
              <a:rect r="r" b="b" t="t" l="l"/>
              <a:pathLst>
                <a:path h="2772410" w="12676505">
                  <a:moveTo>
                    <a:pt x="0" y="243840"/>
                  </a:moveTo>
                  <a:cubicBezTo>
                    <a:pt x="0" y="109220"/>
                    <a:pt x="110744" y="0"/>
                    <a:pt x="247269" y="0"/>
                  </a:cubicBezTo>
                  <a:lnTo>
                    <a:pt x="12429236" y="0"/>
                  </a:lnTo>
                  <a:cubicBezTo>
                    <a:pt x="12565761" y="0"/>
                    <a:pt x="12676505" y="109220"/>
                    <a:pt x="12676505" y="243840"/>
                  </a:cubicBezTo>
                  <a:lnTo>
                    <a:pt x="12676505" y="2528570"/>
                  </a:lnTo>
                  <a:cubicBezTo>
                    <a:pt x="12676505" y="2663190"/>
                    <a:pt x="12565761" y="2772410"/>
                    <a:pt x="12429236" y="2772410"/>
                  </a:cubicBezTo>
                  <a:lnTo>
                    <a:pt x="247269" y="2772410"/>
                  </a:lnTo>
                  <a:cubicBezTo>
                    <a:pt x="110744" y="2772410"/>
                    <a:pt x="0" y="2663190"/>
                    <a:pt x="0" y="2528570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27305" cy="2823210"/>
            </a:xfrm>
            <a:custGeom>
              <a:avLst/>
              <a:gdLst/>
              <a:ahLst/>
              <a:cxnLst/>
              <a:rect r="r" b="b" t="t" l="l"/>
              <a:pathLst>
                <a:path h="2823210" w="12727305">
                  <a:moveTo>
                    <a:pt x="0" y="269240"/>
                  </a:moveTo>
                  <a:cubicBezTo>
                    <a:pt x="0" y="120142"/>
                    <a:pt x="122428" y="0"/>
                    <a:pt x="272669" y="0"/>
                  </a:cubicBezTo>
                  <a:lnTo>
                    <a:pt x="12454636" y="0"/>
                  </a:lnTo>
                  <a:lnTo>
                    <a:pt x="12454636" y="25400"/>
                  </a:lnTo>
                  <a:lnTo>
                    <a:pt x="12454636" y="0"/>
                  </a:lnTo>
                  <a:cubicBezTo>
                    <a:pt x="12604877" y="0"/>
                    <a:pt x="12727305" y="120142"/>
                    <a:pt x="12727305" y="269240"/>
                  </a:cubicBezTo>
                  <a:lnTo>
                    <a:pt x="12701905" y="269240"/>
                  </a:lnTo>
                  <a:lnTo>
                    <a:pt x="12727305" y="269240"/>
                  </a:lnTo>
                  <a:lnTo>
                    <a:pt x="12727305" y="2553970"/>
                  </a:lnTo>
                  <a:lnTo>
                    <a:pt x="12701905" y="2553970"/>
                  </a:lnTo>
                  <a:lnTo>
                    <a:pt x="12727305" y="2553970"/>
                  </a:lnTo>
                  <a:cubicBezTo>
                    <a:pt x="12727305" y="2702941"/>
                    <a:pt x="12604877" y="2823210"/>
                    <a:pt x="12454636" y="2823210"/>
                  </a:cubicBezTo>
                  <a:lnTo>
                    <a:pt x="12454636" y="2797810"/>
                  </a:lnTo>
                  <a:lnTo>
                    <a:pt x="12454636" y="2823210"/>
                  </a:lnTo>
                  <a:lnTo>
                    <a:pt x="272669" y="2823210"/>
                  </a:lnTo>
                  <a:lnTo>
                    <a:pt x="272669" y="2797810"/>
                  </a:lnTo>
                  <a:lnTo>
                    <a:pt x="272669" y="2823210"/>
                  </a:lnTo>
                  <a:cubicBezTo>
                    <a:pt x="122428" y="2823210"/>
                    <a:pt x="0" y="2702941"/>
                    <a:pt x="0" y="255397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53970"/>
                  </a:lnTo>
                  <a:lnTo>
                    <a:pt x="25400" y="2553970"/>
                  </a:lnTo>
                  <a:lnTo>
                    <a:pt x="50800" y="2553970"/>
                  </a:lnTo>
                  <a:cubicBezTo>
                    <a:pt x="50800" y="2674239"/>
                    <a:pt x="149860" y="2772410"/>
                    <a:pt x="272669" y="2772410"/>
                  </a:cubicBezTo>
                  <a:lnTo>
                    <a:pt x="12454636" y="2772410"/>
                  </a:lnTo>
                  <a:cubicBezTo>
                    <a:pt x="12577572" y="2772410"/>
                    <a:pt x="12676505" y="2674239"/>
                    <a:pt x="12676505" y="2553970"/>
                  </a:cubicBezTo>
                  <a:lnTo>
                    <a:pt x="12676505" y="269240"/>
                  </a:lnTo>
                  <a:cubicBezTo>
                    <a:pt x="12676505" y="148971"/>
                    <a:pt x="12577445" y="50800"/>
                    <a:pt x="12454636" y="50800"/>
                  </a:cubicBezTo>
                  <a:lnTo>
                    <a:pt x="272669" y="50800"/>
                  </a:lnTo>
                  <a:lnTo>
                    <a:pt x="272669" y="25400"/>
                  </a:lnTo>
                  <a:lnTo>
                    <a:pt x="272669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781182" y="5040954"/>
            <a:ext cx="152400" cy="2079279"/>
            <a:chOff x="0" y="0"/>
            <a:chExt cx="203200" cy="2772372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03200" cy="2772410"/>
            </a:xfrm>
            <a:custGeom>
              <a:avLst/>
              <a:gdLst/>
              <a:ahLst/>
              <a:cxnLst/>
              <a:rect r="r" b="b" t="t" l="l"/>
              <a:pathLst>
                <a:path h="277241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772410"/>
                  </a:lnTo>
                  <a:lnTo>
                    <a:pt x="0" y="2772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" t="0" r="-68" b="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800232" y="7367140"/>
            <a:ext cx="9545536" cy="2117379"/>
            <a:chOff x="0" y="0"/>
            <a:chExt cx="12727381" cy="28231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12676505" cy="2772410"/>
            </a:xfrm>
            <a:custGeom>
              <a:avLst/>
              <a:gdLst/>
              <a:ahLst/>
              <a:cxnLst/>
              <a:rect r="r" b="b" t="t" l="l"/>
              <a:pathLst>
                <a:path h="2772410" w="12676505">
                  <a:moveTo>
                    <a:pt x="0" y="243840"/>
                  </a:moveTo>
                  <a:cubicBezTo>
                    <a:pt x="0" y="109220"/>
                    <a:pt x="110744" y="0"/>
                    <a:pt x="247269" y="0"/>
                  </a:cubicBezTo>
                  <a:lnTo>
                    <a:pt x="12429236" y="0"/>
                  </a:lnTo>
                  <a:cubicBezTo>
                    <a:pt x="12565761" y="0"/>
                    <a:pt x="12676505" y="109220"/>
                    <a:pt x="12676505" y="243840"/>
                  </a:cubicBezTo>
                  <a:lnTo>
                    <a:pt x="12676505" y="2528570"/>
                  </a:lnTo>
                  <a:cubicBezTo>
                    <a:pt x="12676505" y="2663190"/>
                    <a:pt x="12565761" y="2772410"/>
                    <a:pt x="12429236" y="2772410"/>
                  </a:cubicBezTo>
                  <a:lnTo>
                    <a:pt x="247269" y="2772410"/>
                  </a:lnTo>
                  <a:cubicBezTo>
                    <a:pt x="110744" y="2772410"/>
                    <a:pt x="0" y="2663190"/>
                    <a:pt x="0" y="2528570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27305" cy="2823210"/>
            </a:xfrm>
            <a:custGeom>
              <a:avLst/>
              <a:gdLst/>
              <a:ahLst/>
              <a:cxnLst/>
              <a:rect r="r" b="b" t="t" l="l"/>
              <a:pathLst>
                <a:path h="2823210" w="12727305">
                  <a:moveTo>
                    <a:pt x="0" y="269240"/>
                  </a:moveTo>
                  <a:cubicBezTo>
                    <a:pt x="0" y="120142"/>
                    <a:pt x="122428" y="0"/>
                    <a:pt x="272669" y="0"/>
                  </a:cubicBezTo>
                  <a:lnTo>
                    <a:pt x="12454636" y="0"/>
                  </a:lnTo>
                  <a:lnTo>
                    <a:pt x="12454636" y="25400"/>
                  </a:lnTo>
                  <a:lnTo>
                    <a:pt x="12454636" y="0"/>
                  </a:lnTo>
                  <a:cubicBezTo>
                    <a:pt x="12604877" y="0"/>
                    <a:pt x="12727305" y="120142"/>
                    <a:pt x="12727305" y="269240"/>
                  </a:cubicBezTo>
                  <a:lnTo>
                    <a:pt x="12701905" y="269240"/>
                  </a:lnTo>
                  <a:lnTo>
                    <a:pt x="12727305" y="269240"/>
                  </a:lnTo>
                  <a:lnTo>
                    <a:pt x="12727305" y="2553970"/>
                  </a:lnTo>
                  <a:lnTo>
                    <a:pt x="12701905" y="2553970"/>
                  </a:lnTo>
                  <a:lnTo>
                    <a:pt x="12727305" y="2553970"/>
                  </a:lnTo>
                  <a:cubicBezTo>
                    <a:pt x="12727305" y="2702941"/>
                    <a:pt x="12604877" y="2823210"/>
                    <a:pt x="12454636" y="2823210"/>
                  </a:cubicBezTo>
                  <a:lnTo>
                    <a:pt x="12454636" y="2797810"/>
                  </a:lnTo>
                  <a:lnTo>
                    <a:pt x="12454636" y="2823210"/>
                  </a:lnTo>
                  <a:lnTo>
                    <a:pt x="272669" y="2823210"/>
                  </a:lnTo>
                  <a:lnTo>
                    <a:pt x="272669" y="2797810"/>
                  </a:lnTo>
                  <a:lnTo>
                    <a:pt x="272669" y="2823210"/>
                  </a:lnTo>
                  <a:cubicBezTo>
                    <a:pt x="122428" y="2823210"/>
                    <a:pt x="0" y="2702941"/>
                    <a:pt x="0" y="255397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53970"/>
                  </a:lnTo>
                  <a:lnTo>
                    <a:pt x="25400" y="2553970"/>
                  </a:lnTo>
                  <a:lnTo>
                    <a:pt x="50800" y="2553970"/>
                  </a:lnTo>
                  <a:cubicBezTo>
                    <a:pt x="50800" y="2674239"/>
                    <a:pt x="149860" y="2772410"/>
                    <a:pt x="272669" y="2772410"/>
                  </a:cubicBezTo>
                  <a:lnTo>
                    <a:pt x="12454636" y="2772410"/>
                  </a:lnTo>
                  <a:cubicBezTo>
                    <a:pt x="12577572" y="2772410"/>
                    <a:pt x="12676505" y="2674239"/>
                    <a:pt x="12676505" y="2553970"/>
                  </a:cubicBezTo>
                  <a:lnTo>
                    <a:pt x="12676505" y="269240"/>
                  </a:lnTo>
                  <a:cubicBezTo>
                    <a:pt x="12676505" y="148971"/>
                    <a:pt x="12577445" y="50800"/>
                    <a:pt x="12454636" y="50800"/>
                  </a:cubicBezTo>
                  <a:lnTo>
                    <a:pt x="272669" y="50800"/>
                  </a:lnTo>
                  <a:lnTo>
                    <a:pt x="272669" y="25400"/>
                  </a:lnTo>
                  <a:lnTo>
                    <a:pt x="272669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781182" y="7386190"/>
            <a:ext cx="152400" cy="2079279"/>
            <a:chOff x="0" y="0"/>
            <a:chExt cx="203200" cy="2772372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203200" cy="2772410"/>
            </a:xfrm>
            <a:custGeom>
              <a:avLst/>
              <a:gdLst/>
              <a:ahLst/>
              <a:cxnLst/>
              <a:rect r="r" b="b" t="t" l="l"/>
              <a:pathLst>
                <a:path h="277241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772410"/>
                  </a:lnTo>
                  <a:lnTo>
                    <a:pt x="0" y="2772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" t="0" r="-68" b="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984036" y="846687"/>
            <a:ext cx="1692478" cy="40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АКТУАЛЬНОСТЬ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19282" y="1409852"/>
            <a:ext cx="591204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CBCCCE"/>
                </a:solidFill>
                <a:latin typeface="Open Sans"/>
                <a:ea typeface="Open Sans"/>
                <a:cs typeface="Open Sans"/>
                <a:sym typeface="Open Sans"/>
              </a:rPr>
              <a:t>Зачем это нужно?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46269" y="2998889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Проблема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46269" y="3520831"/>
            <a:ext cx="8767762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Зрители теряются в большом количестве сериалов — сложно помнить, какие серии уже посмотрены, а какие ещё впереди.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46269" y="5344116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Решение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46269" y="5866057"/>
            <a:ext cx="8767762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Простое веб-приложение без сервера позволяет вести личный учёт в браузере — быстро, удобно, бесплатно.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46269" y="7689352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Контекст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46269" y="8211293"/>
            <a:ext cx="8767762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Рынок стриминговых платформ растёт, а потребность в персональных трекерах просмотра остаётся актуальной.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301353"/>
            <a:ext cx="936422" cy="532809"/>
            <a:chOff x="0" y="0"/>
            <a:chExt cx="1248562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8537" cy="710438"/>
            </a:xfrm>
            <a:custGeom>
              <a:avLst/>
              <a:gdLst/>
              <a:ahLst/>
              <a:cxnLst/>
              <a:rect r="r" b="b" t="t" l="l"/>
              <a:pathLst>
                <a:path h="710438" w="1248537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121537" y="0"/>
                  </a:lnTo>
                  <a:cubicBezTo>
                    <a:pt x="1191641" y="0"/>
                    <a:pt x="1248537" y="56896"/>
                    <a:pt x="1248537" y="127000"/>
                  </a:cubicBezTo>
                  <a:lnTo>
                    <a:pt x="1248537" y="583438"/>
                  </a:lnTo>
                  <a:cubicBezTo>
                    <a:pt x="1248537" y="653542"/>
                    <a:pt x="1191641" y="710438"/>
                    <a:pt x="1121537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2525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319660"/>
            <a:ext cx="596208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ЦЕЛЬ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928517"/>
            <a:ext cx="708823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Цель работы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669659"/>
            <a:ext cx="8655548" cy="4904784"/>
            <a:chOff x="0" y="0"/>
            <a:chExt cx="11540731" cy="653971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1540744" cy="6539738"/>
            </a:xfrm>
            <a:custGeom>
              <a:avLst/>
              <a:gdLst/>
              <a:ahLst/>
              <a:cxnLst/>
              <a:rect r="r" b="b" t="t" l="l"/>
              <a:pathLst>
                <a:path h="6539738" w="11540744">
                  <a:moveTo>
                    <a:pt x="0" y="0"/>
                  </a:moveTo>
                  <a:lnTo>
                    <a:pt x="11540744" y="0"/>
                  </a:lnTo>
                  <a:lnTo>
                    <a:pt x="11540744" y="6539738"/>
                  </a:lnTo>
                  <a:lnTo>
                    <a:pt x="0" y="6539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349065" y="3418580"/>
            <a:ext cx="6956079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Разработать </a:t>
            </a: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веб-приложение «Коллекция сериалов»</a:t>
            </a: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на JavaScript, позволяющее пользователю добавлять сериалы, отслеживать прогресс просмотра и сохранять данные локально — без использования серверной части.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349065" y="6100915"/>
            <a:ext cx="6956079" cy="2565644"/>
            <a:chOff x="0" y="0"/>
            <a:chExt cx="9274772" cy="34208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74683" cy="3420872"/>
            </a:xfrm>
            <a:custGeom>
              <a:avLst/>
              <a:gdLst/>
              <a:ahLst/>
              <a:cxnLst/>
              <a:rect r="r" b="b" t="t" l="l"/>
              <a:pathLst>
                <a:path h="3420872" w="9274683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9115933" y="0"/>
                  </a:lnTo>
                  <a:cubicBezTo>
                    <a:pt x="9203689" y="0"/>
                    <a:pt x="9274683" y="71120"/>
                    <a:pt x="9274683" y="158750"/>
                  </a:cubicBezTo>
                  <a:lnTo>
                    <a:pt x="9274683" y="3262122"/>
                  </a:lnTo>
                  <a:cubicBezTo>
                    <a:pt x="9274683" y="3349879"/>
                    <a:pt x="9203563" y="3420872"/>
                    <a:pt x="9115933" y="3420872"/>
                  </a:cubicBezTo>
                  <a:lnTo>
                    <a:pt x="158750" y="3420872"/>
                  </a:lnTo>
                  <a:cubicBezTo>
                    <a:pt x="70993" y="3420872"/>
                    <a:pt x="0" y="3349752"/>
                    <a:pt x="0" y="3262122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632577" y="6531026"/>
            <a:ext cx="354359" cy="283521"/>
            <a:chOff x="0" y="0"/>
            <a:chExt cx="472478" cy="3780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1" r="-8" b="-65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270456" y="6360023"/>
            <a:ext cx="5751166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Приложение работает полностью в браузере и не требует регистрации или подключения к интернету после загрузки.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401661"/>
            <a:ext cx="1243460" cy="532809"/>
            <a:chOff x="0" y="0"/>
            <a:chExt cx="1657947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7985" cy="710438"/>
            </a:xfrm>
            <a:custGeom>
              <a:avLst/>
              <a:gdLst/>
              <a:ahLst/>
              <a:cxnLst/>
              <a:rect r="r" b="b" t="t" l="l"/>
              <a:pathLst>
                <a:path h="710438" w="165798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530985" y="0"/>
                  </a:lnTo>
                  <a:cubicBezTo>
                    <a:pt x="1601089" y="0"/>
                    <a:pt x="1657985" y="56896"/>
                    <a:pt x="1657985" y="127000"/>
                  </a:cubicBezTo>
                  <a:lnTo>
                    <a:pt x="1657985" y="583438"/>
                  </a:lnTo>
                  <a:cubicBezTo>
                    <a:pt x="1657985" y="653542"/>
                    <a:pt x="1601089" y="710438"/>
                    <a:pt x="1530985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2525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419968"/>
            <a:ext cx="903237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ЗАДАЧИ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028825"/>
            <a:ext cx="708823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Задачи проекта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273323"/>
            <a:ext cx="317698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3802856"/>
            <a:ext cx="5245446" cy="38100"/>
            <a:chOff x="0" y="0"/>
            <a:chExt cx="6993928" cy="508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7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238" y="4011216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Проектирование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4548035"/>
            <a:ext cx="5245446" cy="130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Определить структуру данных, функциональные требования и макет интерфейса.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21206" y="3273323"/>
            <a:ext cx="317698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1206" y="3802856"/>
            <a:ext cx="5245446" cy="38100"/>
            <a:chOff x="0" y="0"/>
            <a:chExt cx="6993928" cy="508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7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521206" y="4011216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Вёрстка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21206" y="4548035"/>
            <a:ext cx="5245446" cy="130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Создать HTML-разметку трёх страниц: главная, добавление, о проекте.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50163" y="3273323"/>
            <a:ext cx="317698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50163" y="3802856"/>
            <a:ext cx="5245446" cy="38100"/>
            <a:chOff x="0" y="0"/>
            <a:chExt cx="6993928" cy="508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7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050163" y="4011216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Стилизация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50163" y="4548035"/>
            <a:ext cx="5245446" cy="130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Реализовать CSS-оформление с адаптивным дизайном и бургер-меню.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238" y="6404972"/>
            <a:ext cx="317698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2238" y="6906216"/>
            <a:ext cx="8009934" cy="38100"/>
            <a:chOff x="0" y="0"/>
            <a:chExt cx="10679913" cy="508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" t="0" r="-3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92238" y="714285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Программирование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2238" y="7679684"/>
            <a:ext cx="8009934" cy="8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Написать JavaScript-логику для управления коллекцией и сохранения данных.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85684" y="6404972"/>
            <a:ext cx="317698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85684" y="6906216"/>
            <a:ext cx="8009934" cy="38100"/>
            <a:chOff x="0" y="0"/>
            <a:chExt cx="10679913" cy="508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" t="0" r="-3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285684" y="714285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Тестирование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85684" y="7679684"/>
            <a:ext cx="8009934" cy="8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Проверить работу приложения в различных браузерах и на мобильных устройствах.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82536"/>
            <a:ext cx="1951730" cy="532809"/>
            <a:chOff x="0" y="0"/>
            <a:chExt cx="2602306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02230" cy="710438"/>
            </a:xfrm>
            <a:custGeom>
              <a:avLst/>
              <a:gdLst/>
              <a:ahLst/>
              <a:cxnLst/>
              <a:rect r="r" b="b" t="t" l="l"/>
              <a:pathLst>
                <a:path h="710438" w="260223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475230" y="0"/>
                  </a:lnTo>
                  <a:cubicBezTo>
                    <a:pt x="2545334" y="0"/>
                    <a:pt x="2602230" y="56896"/>
                    <a:pt x="2602230" y="127000"/>
                  </a:cubicBezTo>
                  <a:lnTo>
                    <a:pt x="2602230" y="583438"/>
                  </a:lnTo>
                  <a:cubicBezTo>
                    <a:pt x="2602230" y="653542"/>
                    <a:pt x="2545334" y="710438"/>
                    <a:pt x="247523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2525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800843"/>
            <a:ext cx="1611516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ФУНКЦИОНАЛ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09700"/>
            <a:ext cx="7900692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Что умеет приложение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76" y="2735161"/>
            <a:ext cx="8019459" cy="3249959"/>
            <a:chOff x="0" y="0"/>
            <a:chExt cx="10692613" cy="43332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10679811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81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807" y="0"/>
                  </a:lnTo>
                  <a:cubicBezTo>
                    <a:pt x="10608690" y="0"/>
                    <a:pt x="10679811" y="71120"/>
                    <a:pt x="10679811" y="158750"/>
                  </a:cubicBezTo>
                  <a:lnTo>
                    <a:pt x="10679811" y="4161790"/>
                  </a:lnTo>
                  <a:cubicBezTo>
                    <a:pt x="10679811" y="4249420"/>
                    <a:pt x="10608563" y="4320540"/>
                    <a:pt x="10520807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92511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51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4168140"/>
                  </a:lnTo>
                  <a:lnTo>
                    <a:pt x="10686161" y="4168140"/>
                  </a:lnTo>
                  <a:lnTo>
                    <a:pt x="10692511" y="4168140"/>
                  </a:lnTo>
                  <a:cubicBezTo>
                    <a:pt x="10692511" y="4259326"/>
                    <a:pt x="10618470" y="4333240"/>
                    <a:pt x="10527157" y="4333240"/>
                  </a:cubicBezTo>
                  <a:lnTo>
                    <a:pt x="10527157" y="4326890"/>
                  </a:lnTo>
                  <a:lnTo>
                    <a:pt x="10527157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157" y="4320540"/>
                  </a:lnTo>
                  <a:cubicBezTo>
                    <a:pt x="10611485" y="4320540"/>
                    <a:pt x="10679811" y="4252341"/>
                    <a:pt x="10679811" y="4168140"/>
                  </a:cubicBezTo>
                  <a:lnTo>
                    <a:pt x="10679811" y="165100"/>
                  </a:lnTo>
                  <a:cubicBezTo>
                    <a:pt x="10679811" y="80899"/>
                    <a:pt x="10611485" y="12700"/>
                    <a:pt x="10527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85284" y="3032970"/>
            <a:ext cx="850554" cy="850554"/>
            <a:chOff x="0" y="0"/>
            <a:chExt cx="1134072" cy="1134072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519238" y="326678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85284" y="415751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Добавление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5284" y="4684814"/>
            <a:ext cx="742384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Создание карточек сериалов с названием и количеством серий.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80922" y="2735161"/>
            <a:ext cx="8019602" cy="3249959"/>
            <a:chOff x="0" y="0"/>
            <a:chExt cx="10692803" cy="43332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10679938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938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935" y="0"/>
                  </a:lnTo>
                  <a:cubicBezTo>
                    <a:pt x="10608818" y="0"/>
                    <a:pt x="10679938" y="71120"/>
                    <a:pt x="10679938" y="158750"/>
                  </a:cubicBezTo>
                  <a:lnTo>
                    <a:pt x="10679938" y="4161790"/>
                  </a:lnTo>
                  <a:cubicBezTo>
                    <a:pt x="10679938" y="4249420"/>
                    <a:pt x="10608691" y="4320540"/>
                    <a:pt x="10520935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92638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63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285" y="0"/>
                  </a:lnTo>
                  <a:lnTo>
                    <a:pt x="10527285" y="6350"/>
                  </a:lnTo>
                  <a:lnTo>
                    <a:pt x="10527285" y="0"/>
                  </a:lnTo>
                  <a:cubicBezTo>
                    <a:pt x="10618598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4168140"/>
                  </a:lnTo>
                  <a:lnTo>
                    <a:pt x="10686288" y="4168140"/>
                  </a:lnTo>
                  <a:lnTo>
                    <a:pt x="10692638" y="4168140"/>
                  </a:lnTo>
                  <a:cubicBezTo>
                    <a:pt x="10692638" y="4259326"/>
                    <a:pt x="10618598" y="4333240"/>
                    <a:pt x="10527285" y="4333240"/>
                  </a:cubicBezTo>
                  <a:lnTo>
                    <a:pt x="10527285" y="4326890"/>
                  </a:lnTo>
                  <a:lnTo>
                    <a:pt x="10527285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285" y="4320540"/>
                  </a:lnTo>
                  <a:cubicBezTo>
                    <a:pt x="10611612" y="4320540"/>
                    <a:pt x="10679938" y="4252341"/>
                    <a:pt x="10679938" y="4168140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28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78731" y="3032970"/>
            <a:ext cx="850554" cy="850554"/>
            <a:chOff x="0" y="0"/>
            <a:chExt cx="1134072" cy="1134072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9812684" y="326678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0730" t="0" r="-20733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578731" y="415751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Отслеживание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78731" y="4684814"/>
            <a:ext cx="742399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Отметка просмотренных серий с визуальным прогресс-баром.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7476" y="6259116"/>
            <a:ext cx="8019459" cy="3249959"/>
            <a:chOff x="0" y="0"/>
            <a:chExt cx="10692613" cy="43332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10679811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81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807" y="0"/>
                  </a:lnTo>
                  <a:cubicBezTo>
                    <a:pt x="10608690" y="0"/>
                    <a:pt x="10679811" y="71120"/>
                    <a:pt x="10679811" y="158750"/>
                  </a:cubicBezTo>
                  <a:lnTo>
                    <a:pt x="10679811" y="4161790"/>
                  </a:lnTo>
                  <a:cubicBezTo>
                    <a:pt x="10679811" y="4249420"/>
                    <a:pt x="10608563" y="4320540"/>
                    <a:pt x="10520807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92511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51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4168140"/>
                  </a:lnTo>
                  <a:lnTo>
                    <a:pt x="10686161" y="4168140"/>
                  </a:lnTo>
                  <a:lnTo>
                    <a:pt x="10692511" y="4168140"/>
                  </a:lnTo>
                  <a:cubicBezTo>
                    <a:pt x="10692511" y="4259326"/>
                    <a:pt x="10618470" y="4333240"/>
                    <a:pt x="10527157" y="4333240"/>
                  </a:cubicBezTo>
                  <a:lnTo>
                    <a:pt x="10527157" y="4326890"/>
                  </a:lnTo>
                  <a:lnTo>
                    <a:pt x="10527157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157" y="4320540"/>
                  </a:lnTo>
                  <a:cubicBezTo>
                    <a:pt x="10611485" y="4320540"/>
                    <a:pt x="10679811" y="4252341"/>
                    <a:pt x="10679811" y="4168140"/>
                  </a:cubicBezTo>
                  <a:lnTo>
                    <a:pt x="10679811" y="165100"/>
                  </a:lnTo>
                  <a:cubicBezTo>
                    <a:pt x="10679811" y="80899"/>
                    <a:pt x="10611485" y="12700"/>
                    <a:pt x="10527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85284" y="6556924"/>
            <a:ext cx="850554" cy="850554"/>
            <a:chOff x="0" y="0"/>
            <a:chExt cx="1134072" cy="1134072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1519238" y="6790734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7316" r="0" b="-7318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85284" y="768146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Сохранение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5284" y="8208759"/>
            <a:ext cx="742384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Автосохранение данных в localStorage браузера.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80922" y="6259116"/>
            <a:ext cx="8019602" cy="3249959"/>
            <a:chOff x="0" y="0"/>
            <a:chExt cx="10692803" cy="43332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" y="6350"/>
              <a:ext cx="10679938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938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935" y="0"/>
                  </a:lnTo>
                  <a:cubicBezTo>
                    <a:pt x="10608818" y="0"/>
                    <a:pt x="10679938" y="71120"/>
                    <a:pt x="10679938" y="158750"/>
                  </a:cubicBezTo>
                  <a:lnTo>
                    <a:pt x="10679938" y="4161790"/>
                  </a:lnTo>
                  <a:cubicBezTo>
                    <a:pt x="10679938" y="4249420"/>
                    <a:pt x="10608691" y="4320540"/>
                    <a:pt x="10520935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92638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63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285" y="0"/>
                  </a:lnTo>
                  <a:lnTo>
                    <a:pt x="10527285" y="6350"/>
                  </a:lnTo>
                  <a:lnTo>
                    <a:pt x="10527285" y="0"/>
                  </a:lnTo>
                  <a:cubicBezTo>
                    <a:pt x="10618598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4168140"/>
                  </a:lnTo>
                  <a:lnTo>
                    <a:pt x="10686288" y="4168140"/>
                  </a:lnTo>
                  <a:lnTo>
                    <a:pt x="10692638" y="4168140"/>
                  </a:lnTo>
                  <a:cubicBezTo>
                    <a:pt x="10692638" y="4259326"/>
                    <a:pt x="10618598" y="4333240"/>
                    <a:pt x="10527285" y="4333240"/>
                  </a:cubicBezTo>
                  <a:lnTo>
                    <a:pt x="10527285" y="4326890"/>
                  </a:lnTo>
                  <a:lnTo>
                    <a:pt x="10527285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285" y="4320540"/>
                  </a:lnTo>
                  <a:cubicBezTo>
                    <a:pt x="10611612" y="4320540"/>
                    <a:pt x="10679938" y="4252341"/>
                    <a:pt x="10679938" y="4168140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28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78731" y="6556924"/>
            <a:ext cx="850554" cy="850554"/>
            <a:chOff x="0" y="0"/>
            <a:chExt cx="1134072" cy="1134072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3" b="3"/>
              </a:stretch>
            </a:blipFill>
          </p:spPr>
        </p:sp>
      </p:grpSp>
      <p:sp>
        <p:nvSpPr>
          <p:cNvPr name="Freeform 39" id="39" descr="preencoded.png"/>
          <p:cNvSpPr/>
          <p:nvPr/>
        </p:nvSpPr>
        <p:spPr>
          <a:xfrm flipH="false" flipV="false" rot="0">
            <a:off x="9812684" y="6790734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2439" t="0" r="-2439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9578731" y="768146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Список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78731" y="8208759"/>
            <a:ext cx="742399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Удобный просмотр всей коллекции с сортировкой по статусу.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41491" y="-1433247"/>
            <a:ext cx="21320232" cy="11992631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2783" y="685648"/>
            <a:ext cx="1601543" cy="436064"/>
            <a:chOff x="0" y="0"/>
            <a:chExt cx="2135391" cy="581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5505" cy="581533"/>
            </a:xfrm>
            <a:custGeom>
              <a:avLst/>
              <a:gdLst/>
              <a:ahLst/>
              <a:cxnLst/>
              <a:rect r="r" b="b" t="t" l="l"/>
              <a:pathLst>
                <a:path h="581533" w="2135505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2026285" y="0"/>
                  </a:lnTo>
                  <a:cubicBezTo>
                    <a:pt x="2086610" y="0"/>
                    <a:pt x="2135505" y="48895"/>
                    <a:pt x="2135505" y="109220"/>
                  </a:cubicBezTo>
                  <a:lnTo>
                    <a:pt x="2135505" y="472313"/>
                  </a:lnTo>
                  <a:cubicBezTo>
                    <a:pt x="2135505" y="532638"/>
                    <a:pt x="2086610" y="581533"/>
                    <a:pt x="2026285" y="581533"/>
                  </a:cubicBezTo>
                  <a:lnTo>
                    <a:pt x="109220" y="581533"/>
                  </a:lnTo>
                  <a:cubicBezTo>
                    <a:pt x="48895" y="581533"/>
                    <a:pt x="0" y="532638"/>
                    <a:pt x="0" y="472313"/>
                  </a:cubicBezTo>
                  <a:close/>
                </a:path>
              </a:pathLst>
            </a:custGeom>
            <a:solidFill>
              <a:srgbClr val="25252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74078" y="2946054"/>
            <a:ext cx="10570521" cy="5989882"/>
            <a:chOff x="0" y="0"/>
            <a:chExt cx="14094028" cy="79865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94079" cy="7986522"/>
            </a:xfrm>
            <a:custGeom>
              <a:avLst/>
              <a:gdLst/>
              <a:ahLst/>
              <a:cxnLst/>
              <a:rect r="r" b="b" t="t" l="l"/>
              <a:pathLst>
                <a:path h="7986522" w="14094079">
                  <a:moveTo>
                    <a:pt x="0" y="0"/>
                  </a:moveTo>
                  <a:lnTo>
                    <a:pt x="14094079" y="0"/>
                  </a:lnTo>
                  <a:lnTo>
                    <a:pt x="14094079" y="7986522"/>
                  </a:lnTo>
                  <a:lnTo>
                    <a:pt x="0" y="7986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147" r="0" b="-514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8934" y="711098"/>
            <a:ext cx="1309240" cy="33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5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ТЕХНОЛОГИИ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2783" y="1186310"/>
            <a:ext cx="6091533" cy="78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Стек технологий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1686" y="2590352"/>
            <a:ext cx="1032768" cy="36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HTML5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1686" y="3132687"/>
            <a:ext cx="4668441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Семантическая разметка страниц, структура контента.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1686" y="4407398"/>
            <a:ext cx="697012" cy="36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CSS3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1686" y="4949723"/>
            <a:ext cx="4668441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Адаптивный дизайн, анимации, flexbox-вёрстка.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1686" y="6224435"/>
            <a:ext cx="1507927" cy="36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JavaScript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1686" y="6766770"/>
            <a:ext cx="4668441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Логика приложения, работа с DOM, обработка событий.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1686" y="8041481"/>
            <a:ext cx="1859756" cy="36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localStorage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1686" y="8583816"/>
            <a:ext cx="4668441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Хранение данных на стороне клиента без сервера.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684399"/>
            <a:ext cx="1688306" cy="532809"/>
            <a:chOff x="0" y="0"/>
            <a:chExt cx="2251075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1075" cy="710438"/>
            </a:xfrm>
            <a:custGeom>
              <a:avLst/>
              <a:gdLst/>
              <a:ahLst/>
              <a:cxnLst/>
              <a:rect r="r" b="b" t="t" l="l"/>
              <a:pathLst>
                <a:path h="710438" w="225107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124075" y="0"/>
                  </a:lnTo>
                  <a:cubicBezTo>
                    <a:pt x="2194179" y="0"/>
                    <a:pt x="2251075" y="56896"/>
                    <a:pt x="2251075" y="127000"/>
                  </a:cubicBezTo>
                  <a:lnTo>
                    <a:pt x="2251075" y="583438"/>
                  </a:lnTo>
                  <a:cubicBezTo>
                    <a:pt x="2251075" y="653542"/>
                    <a:pt x="2194179" y="710438"/>
                    <a:pt x="2124075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25252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2900156"/>
            <a:ext cx="4837274" cy="2989571"/>
            <a:chOff x="0" y="0"/>
            <a:chExt cx="4019944" cy="24844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19931" cy="2484501"/>
            </a:xfrm>
            <a:custGeom>
              <a:avLst/>
              <a:gdLst/>
              <a:ahLst/>
              <a:cxnLst/>
              <a:rect r="r" b="b" t="t" l="l"/>
              <a:pathLst>
                <a:path h="2484501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501"/>
                  </a:lnTo>
                  <a:lnTo>
                    <a:pt x="0" y="2484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85" t="0" r="-378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44866" y="2900156"/>
            <a:ext cx="4837274" cy="2989571"/>
            <a:chOff x="0" y="0"/>
            <a:chExt cx="4019944" cy="24844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19931" cy="2484501"/>
            </a:xfrm>
            <a:custGeom>
              <a:avLst/>
              <a:gdLst/>
              <a:ahLst/>
              <a:cxnLst/>
              <a:rect r="r" b="b" t="t" l="l"/>
              <a:pathLst>
                <a:path h="2484501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501"/>
                  </a:lnTo>
                  <a:lnTo>
                    <a:pt x="0" y="2484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79" t="0" r="-327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97493" y="2900156"/>
            <a:ext cx="4837274" cy="2989571"/>
            <a:chOff x="0" y="0"/>
            <a:chExt cx="4019944" cy="24844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19931" cy="2484501"/>
            </a:xfrm>
            <a:custGeom>
              <a:avLst/>
              <a:gdLst/>
              <a:ahLst/>
              <a:cxnLst/>
              <a:rect r="r" b="b" t="t" l="l"/>
              <a:pathLst>
                <a:path h="2484501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501"/>
                  </a:lnTo>
                  <a:lnTo>
                    <a:pt x="0" y="2484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10" t="0" r="-351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62345" y="702706"/>
            <a:ext cx="1348083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ИНТЕРФЕЙС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1311554"/>
            <a:ext cx="708823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Страницы сайта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623456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Главная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6761855"/>
            <a:ext cx="5198269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Список всех сериалов с прогрессом просмотра и быстрым доступом к управлению.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44866" y="623456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Добавление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44866" y="6761855"/>
            <a:ext cx="5198269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Форма для ввода названия сериала и количества серий с валидацией данных.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97493" y="6234560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 проекте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97493" y="6761855"/>
            <a:ext cx="5198269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Информация об авторе, технологиях и целях разработки приложения.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2525763"/>
            <a:ext cx="1633690" cy="532809"/>
            <a:chOff x="0" y="0"/>
            <a:chExt cx="2178253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8177" cy="710438"/>
            </a:xfrm>
            <a:custGeom>
              <a:avLst/>
              <a:gdLst/>
              <a:ahLst/>
              <a:cxnLst/>
              <a:rect r="r" b="b" t="t" l="l"/>
              <a:pathLst>
                <a:path h="710438" w="2178177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051177" y="0"/>
                  </a:lnTo>
                  <a:cubicBezTo>
                    <a:pt x="2121281" y="0"/>
                    <a:pt x="2178177" y="56896"/>
                    <a:pt x="2178177" y="127000"/>
                  </a:cubicBezTo>
                  <a:lnTo>
                    <a:pt x="2178177" y="583438"/>
                  </a:lnTo>
                  <a:cubicBezTo>
                    <a:pt x="2178177" y="653542"/>
                    <a:pt x="2121281" y="710438"/>
                    <a:pt x="2051177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2525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2544070"/>
            <a:ext cx="1293466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HTML / CSS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152927"/>
            <a:ext cx="831175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Разметка и оформление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8041" y="4483151"/>
            <a:ext cx="8214274" cy="3278086"/>
            <a:chOff x="0" y="0"/>
            <a:chExt cx="10952366" cy="43707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52353" cy="4370705"/>
            </a:xfrm>
            <a:custGeom>
              <a:avLst/>
              <a:gdLst/>
              <a:ahLst/>
              <a:cxnLst/>
              <a:rect r="r" b="b" t="t" l="l"/>
              <a:pathLst>
                <a:path h="4370705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4098544"/>
                  </a:lnTo>
                  <a:cubicBezTo>
                    <a:pt x="10952353" y="4248912"/>
                    <a:pt x="10830433" y="4370705"/>
                    <a:pt x="10680192" y="4370705"/>
                  </a:cubicBezTo>
                  <a:lnTo>
                    <a:pt x="272161" y="4370705"/>
                  </a:lnTo>
                  <a:cubicBezTo>
                    <a:pt x="121920" y="4370832"/>
                    <a:pt x="0" y="4248912"/>
                    <a:pt x="0" y="4098544"/>
                  </a:cubicBezTo>
                  <a:close/>
                </a:path>
              </a:pathLst>
            </a:custGeom>
            <a:solidFill>
              <a:srgbClr val="3D3D42">
                <a:alpha val="90196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1562" y="4757147"/>
            <a:ext cx="2941042" cy="42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HTML-структура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1562" y="5407371"/>
            <a:ext cx="7647232" cy="1757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Семантические теги: </a:t>
            </a:r>
            <a:r>
              <a:rPr lang="en-US" sz="2187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header</a:t>
            </a: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, </a:t>
            </a:r>
            <a:r>
              <a:rPr lang="en-US" sz="2187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main</a:t>
            </a: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, </a:t>
            </a:r>
            <a:r>
              <a:rPr lang="en-US" sz="2187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section</a:t>
            </a: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, </a:t>
            </a:r>
            <a:r>
              <a:rPr lang="en-US" sz="2187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footer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Карточки сериалов через </a:t>
            </a:r>
            <a:r>
              <a:rPr lang="en-US" sz="2187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div</a:t>
            </a: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с data-атрибутами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Форма добавления с полями ввода и кнопкой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Навигация с бургер-меню для мобильных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397" y="4757147"/>
            <a:ext cx="3073003" cy="42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BCC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CSS-оформление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397" y="5407371"/>
            <a:ext cx="7805890" cy="1757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Flexbox и Grid для адаптивной вёрстки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Тёмная цветовая схема с акцентами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Медиа-запросы для мобильных устройств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Анимация бургер-меню через </a:t>
            </a:r>
            <a:r>
              <a:rPr lang="en-US" sz="2187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transform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77445" y="510330"/>
            <a:ext cx="1078116" cy="299590"/>
            <a:chOff x="0" y="0"/>
            <a:chExt cx="1437488" cy="399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7513" cy="399542"/>
            </a:xfrm>
            <a:custGeom>
              <a:avLst/>
              <a:gdLst/>
              <a:ahLst/>
              <a:cxnLst/>
              <a:rect r="r" b="b" t="t" l="l"/>
              <a:pathLst>
                <a:path h="399542" w="1437513">
                  <a:moveTo>
                    <a:pt x="0" y="81407"/>
                  </a:moveTo>
                  <a:cubicBezTo>
                    <a:pt x="0" y="36449"/>
                    <a:pt x="36449" y="0"/>
                    <a:pt x="81407" y="0"/>
                  </a:cubicBezTo>
                  <a:lnTo>
                    <a:pt x="1356106" y="0"/>
                  </a:lnTo>
                  <a:cubicBezTo>
                    <a:pt x="1401064" y="0"/>
                    <a:pt x="1437513" y="36449"/>
                    <a:pt x="1437513" y="81407"/>
                  </a:cubicBezTo>
                  <a:lnTo>
                    <a:pt x="1437513" y="318135"/>
                  </a:lnTo>
                  <a:cubicBezTo>
                    <a:pt x="1437513" y="363093"/>
                    <a:pt x="1401064" y="399542"/>
                    <a:pt x="1356106" y="399542"/>
                  </a:cubicBezTo>
                  <a:lnTo>
                    <a:pt x="81407" y="399542"/>
                  </a:lnTo>
                  <a:cubicBezTo>
                    <a:pt x="36449" y="399415"/>
                    <a:pt x="0" y="362966"/>
                    <a:pt x="0" y="318135"/>
                  </a:cubicBezTo>
                  <a:close/>
                </a:path>
              </a:pathLst>
            </a:custGeom>
            <a:solidFill>
              <a:srgbClr val="2525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986392" y="300628"/>
            <a:ext cx="860222" cy="209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24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JAVASCRIPT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7445" y="608840"/>
            <a:ext cx="4655048" cy="57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Программная логика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913607" y="1293880"/>
            <a:ext cx="12460786" cy="6189764"/>
            <a:chOff x="0" y="0"/>
            <a:chExt cx="16614381" cy="825301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6614394" cy="8252968"/>
            </a:xfrm>
            <a:custGeom>
              <a:avLst/>
              <a:gdLst/>
              <a:ahLst/>
              <a:cxnLst/>
              <a:rect r="r" b="b" t="t" l="l"/>
              <a:pathLst>
                <a:path h="8252968" w="16614394">
                  <a:moveTo>
                    <a:pt x="0" y="0"/>
                  </a:moveTo>
                  <a:lnTo>
                    <a:pt x="16614394" y="0"/>
                  </a:lnTo>
                  <a:lnTo>
                    <a:pt x="16614394" y="8252968"/>
                  </a:lnTo>
                  <a:lnTo>
                    <a:pt x="0" y="8252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107961" y="3324139"/>
            <a:ext cx="2819867" cy="37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localStorage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795672" y="2882936"/>
            <a:ext cx="626640" cy="626640"/>
          </a:xfrm>
          <a:custGeom>
            <a:avLst/>
            <a:gdLst/>
            <a:ahLst/>
            <a:cxnLst/>
            <a:rect r="r" b="b" t="t" l="l"/>
            <a:pathLst>
              <a:path h="626640" w="626640">
                <a:moveTo>
                  <a:pt x="0" y="0"/>
                </a:moveTo>
                <a:lnTo>
                  <a:pt x="626640" y="0"/>
                </a:lnTo>
                <a:lnTo>
                  <a:pt x="626640" y="626640"/>
                </a:lnTo>
                <a:lnTo>
                  <a:pt x="0" y="6266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575" r="0" b="-757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107961" y="5655431"/>
            <a:ext cx="2819867" cy="37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DOM‑карты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795672" y="5214218"/>
            <a:ext cx="626640" cy="626640"/>
          </a:xfrm>
          <a:custGeom>
            <a:avLst/>
            <a:gdLst/>
            <a:ahLst/>
            <a:cxnLst/>
            <a:rect r="r" b="b" t="t" l="l"/>
            <a:pathLst>
              <a:path h="626640" w="626640">
                <a:moveTo>
                  <a:pt x="0" y="0"/>
                </a:moveTo>
                <a:lnTo>
                  <a:pt x="626640" y="0"/>
                </a:lnTo>
                <a:lnTo>
                  <a:pt x="626640" y="626640"/>
                </a:lnTo>
                <a:lnTo>
                  <a:pt x="0" y="626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56" r="0" b="-75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60096" y="5655431"/>
            <a:ext cx="2819867" cy="37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Клики и формы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7439511" y="5364618"/>
            <a:ext cx="626640" cy="626640"/>
          </a:xfrm>
          <a:custGeom>
            <a:avLst/>
            <a:gdLst/>
            <a:ahLst/>
            <a:cxnLst/>
            <a:rect r="r" b="b" t="t" l="l"/>
            <a:pathLst>
              <a:path h="626640" w="626640">
                <a:moveTo>
                  <a:pt x="0" y="0"/>
                </a:moveTo>
                <a:lnTo>
                  <a:pt x="626640" y="0"/>
                </a:lnTo>
                <a:lnTo>
                  <a:pt x="626640" y="626640"/>
                </a:lnTo>
                <a:lnTo>
                  <a:pt x="0" y="6266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56" r="0" b="-758"/>
            </a:stretch>
          </a:blipFill>
        </p:spPr>
      </p:sp>
      <p:sp>
        <p:nvSpPr>
          <p:cNvPr name="Freeform 18" id="18" descr="preencoded.png"/>
          <p:cNvSpPr/>
          <p:nvPr/>
        </p:nvSpPr>
        <p:spPr>
          <a:xfrm flipH="false" flipV="false" rot="0">
            <a:off x="7440682" y="3033517"/>
            <a:ext cx="626640" cy="626640"/>
          </a:xfrm>
          <a:custGeom>
            <a:avLst/>
            <a:gdLst/>
            <a:ahLst/>
            <a:cxnLst/>
            <a:rect r="r" b="b" t="t" l="l"/>
            <a:pathLst>
              <a:path h="626640" w="626640">
                <a:moveTo>
                  <a:pt x="0" y="0"/>
                </a:moveTo>
                <a:lnTo>
                  <a:pt x="626641" y="0"/>
                </a:lnTo>
                <a:lnTo>
                  <a:pt x="626641" y="626640"/>
                </a:lnTo>
                <a:lnTo>
                  <a:pt x="0" y="626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4544" r="0" b="-454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361268" y="3318072"/>
            <a:ext cx="2819867" cy="37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87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Обработчики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77445" y="7569369"/>
            <a:ext cx="12533109" cy="49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Три ключевых компонента JavaScript работают в связке: обработчики событий реагируют на действия пользователя, DOM-манипуляции обновляют интерфейс, а localStorage обеспечивает сохранение данных между сессиями.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31142" y="8395392"/>
            <a:ext cx="4931015" cy="1519671"/>
            <a:chOff x="0" y="0"/>
            <a:chExt cx="5492356" cy="16926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5466842" cy="1667256"/>
            </a:xfrm>
            <a:custGeom>
              <a:avLst/>
              <a:gdLst/>
              <a:ahLst/>
              <a:cxnLst/>
              <a:rect r="r" b="b" t="t" l="l"/>
              <a:pathLst>
                <a:path h="1667256" w="5466842">
                  <a:moveTo>
                    <a:pt x="0" y="101727"/>
                  </a:moveTo>
                  <a:cubicBezTo>
                    <a:pt x="0" y="45593"/>
                    <a:pt x="45974" y="0"/>
                    <a:pt x="102743" y="0"/>
                  </a:cubicBezTo>
                  <a:lnTo>
                    <a:pt x="5364099" y="0"/>
                  </a:lnTo>
                  <a:cubicBezTo>
                    <a:pt x="5420868" y="0"/>
                    <a:pt x="5466842" y="45593"/>
                    <a:pt x="5466842" y="101727"/>
                  </a:cubicBezTo>
                  <a:lnTo>
                    <a:pt x="5466842" y="1565529"/>
                  </a:lnTo>
                  <a:cubicBezTo>
                    <a:pt x="5466842" y="1621663"/>
                    <a:pt x="5420868" y="1667256"/>
                    <a:pt x="5364099" y="1667256"/>
                  </a:cubicBezTo>
                  <a:lnTo>
                    <a:pt x="102743" y="1667256"/>
                  </a:lnTo>
                  <a:cubicBezTo>
                    <a:pt x="45974" y="1667256"/>
                    <a:pt x="0" y="1621663"/>
                    <a:pt x="0" y="1565529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92242" cy="1692656"/>
            </a:xfrm>
            <a:custGeom>
              <a:avLst/>
              <a:gdLst/>
              <a:ahLst/>
              <a:cxnLst/>
              <a:rect r="r" b="b" t="t" l="l"/>
              <a:pathLst>
                <a:path h="1692656" w="5492242">
                  <a:moveTo>
                    <a:pt x="0" y="114427"/>
                  </a:moveTo>
                  <a:cubicBezTo>
                    <a:pt x="0" y="51054"/>
                    <a:pt x="51816" y="0"/>
                    <a:pt x="115443" y="0"/>
                  </a:cubicBezTo>
                  <a:lnTo>
                    <a:pt x="5376799" y="0"/>
                  </a:lnTo>
                  <a:lnTo>
                    <a:pt x="5376799" y="12700"/>
                  </a:lnTo>
                  <a:lnTo>
                    <a:pt x="5376799" y="0"/>
                  </a:lnTo>
                  <a:cubicBezTo>
                    <a:pt x="5440426" y="0"/>
                    <a:pt x="5492242" y="51054"/>
                    <a:pt x="5492242" y="114427"/>
                  </a:cubicBezTo>
                  <a:lnTo>
                    <a:pt x="5479542" y="114427"/>
                  </a:lnTo>
                  <a:lnTo>
                    <a:pt x="5492242" y="114427"/>
                  </a:lnTo>
                  <a:lnTo>
                    <a:pt x="5492242" y="1578229"/>
                  </a:lnTo>
                  <a:lnTo>
                    <a:pt x="5479542" y="1578229"/>
                  </a:lnTo>
                  <a:lnTo>
                    <a:pt x="5492242" y="1578229"/>
                  </a:lnTo>
                  <a:cubicBezTo>
                    <a:pt x="5492242" y="1641602"/>
                    <a:pt x="5440426" y="1692656"/>
                    <a:pt x="5376799" y="1692656"/>
                  </a:cubicBezTo>
                  <a:lnTo>
                    <a:pt x="5376799" y="1679956"/>
                  </a:lnTo>
                  <a:lnTo>
                    <a:pt x="5376799" y="1692656"/>
                  </a:lnTo>
                  <a:lnTo>
                    <a:pt x="115443" y="1692656"/>
                  </a:lnTo>
                  <a:lnTo>
                    <a:pt x="115443" y="1679956"/>
                  </a:lnTo>
                  <a:lnTo>
                    <a:pt x="115443" y="1692656"/>
                  </a:lnTo>
                  <a:cubicBezTo>
                    <a:pt x="51816" y="1692656"/>
                    <a:pt x="0" y="1641602"/>
                    <a:pt x="0" y="1578229"/>
                  </a:cubicBezTo>
                  <a:lnTo>
                    <a:pt x="0" y="114427"/>
                  </a:lnTo>
                  <a:lnTo>
                    <a:pt x="12700" y="114427"/>
                  </a:lnTo>
                  <a:lnTo>
                    <a:pt x="0" y="114427"/>
                  </a:lnTo>
                  <a:moveTo>
                    <a:pt x="25400" y="114427"/>
                  </a:moveTo>
                  <a:lnTo>
                    <a:pt x="25400" y="1578229"/>
                  </a:lnTo>
                  <a:lnTo>
                    <a:pt x="12700" y="1578229"/>
                  </a:lnTo>
                  <a:lnTo>
                    <a:pt x="25400" y="1578229"/>
                  </a:lnTo>
                  <a:cubicBezTo>
                    <a:pt x="25400" y="1627251"/>
                    <a:pt x="65659" y="1667256"/>
                    <a:pt x="115443" y="1667256"/>
                  </a:cubicBezTo>
                  <a:lnTo>
                    <a:pt x="5376799" y="1667256"/>
                  </a:lnTo>
                  <a:cubicBezTo>
                    <a:pt x="5426710" y="1667256"/>
                    <a:pt x="5466842" y="1627251"/>
                    <a:pt x="5466842" y="1578229"/>
                  </a:cubicBezTo>
                  <a:lnTo>
                    <a:pt x="5466842" y="114427"/>
                  </a:lnTo>
                  <a:cubicBezTo>
                    <a:pt x="5466842" y="65405"/>
                    <a:pt x="5426583" y="25400"/>
                    <a:pt x="5376799" y="25400"/>
                  </a:cubicBezTo>
                  <a:lnTo>
                    <a:pt x="115443" y="25400"/>
                  </a:lnTo>
                  <a:lnTo>
                    <a:pt x="115443" y="12700"/>
                  </a:lnTo>
                  <a:lnTo>
                    <a:pt x="115443" y="25400"/>
                  </a:lnTo>
                  <a:cubicBezTo>
                    <a:pt x="65659" y="25400"/>
                    <a:pt x="25400" y="65405"/>
                    <a:pt x="25400" y="114427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882693" y="8637418"/>
            <a:ext cx="2334220" cy="32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4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addEventListener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82693" y="9041668"/>
            <a:ext cx="4427902" cy="54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645" b="true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Обработка кликов, отправки форм и навигации.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678492" y="8395392"/>
            <a:ext cx="4931015" cy="1519671"/>
            <a:chOff x="0" y="0"/>
            <a:chExt cx="5492356" cy="16926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5466842" cy="1667256"/>
            </a:xfrm>
            <a:custGeom>
              <a:avLst/>
              <a:gdLst/>
              <a:ahLst/>
              <a:cxnLst/>
              <a:rect r="r" b="b" t="t" l="l"/>
              <a:pathLst>
                <a:path h="1667256" w="5466842">
                  <a:moveTo>
                    <a:pt x="0" y="101727"/>
                  </a:moveTo>
                  <a:cubicBezTo>
                    <a:pt x="0" y="45593"/>
                    <a:pt x="45974" y="0"/>
                    <a:pt x="102743" y="0"/>
                  </a:cubicBezTo>
                  <a:lnTo>
                    <a:pt x="5364099" y="0"/>
                  </a:lnTo>
                  <a:cubicBezTo>
                    <a:pt x="5420868" y="0"/>
                    <a:pt x="5466842" y="45593"/>
                    <a:pt x="5466842" y="101727"/>
                  </a:cubicBezTo>
                  <a:lnTo>
                    <a:pt x="5466842" y="1565529"/>
                  </a:lnTo>
                  <a:cubicBezTo>
                    <a:pt x="5466842" y="1621663"/>
                    <a:pt x="5420868" y="1667256"/>
                    <a:pt x="5364099" y="1667256"/>
                  </a:cubicBezTo>
                  <a:lnTo>
                    <a:pt x="102743" y="1667256"/>
                  </a:lnTo>
                  <a:cubicBezTo>
                    <a:pt x="45974" y="1667256"/>
                    <a:pt x="0" y="1621663"/>
                    <a:pt x="0" y="1565529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92242" cy="1692656"/>
            </a:xfrm>
            <a:custGeom>
              <a:avLst/>
              <a:gdLst/>
              <a:ahLst/>
              <a:cxnLst/>
              <a:rect r="r" b="b" t="t" l="l"/>
              <a:pathLst>
                <a:path h="1692656" w="5492242">
                  <a:moveTo>
                    <a:pt x="0" y="114427"/>
                  </a:moveTo>
                  <a:cubicBezTo>
                    <a:pt x="0" y="51054"/>
                    <a:pt x="51816" y="0"/>
                    <a:pt x="115443" y="0"/>
                  </a:cubicBezTo>
                  <a:lnTo>
                    <a:pt x="5376799" y="0"/>
                  </a:lnTo>
                  <a:lnTo>
                    <a:pt x="5376799" y="12700"/>
                  </a:lnTo>
                  <a:lnTo>
                    <a:pt x="5376799" y="0"/>
                  </a:lnTo>
                  <a:cubicBezTo>
                    <a:pt x="5440426" y="0"/>
                    <a:pt x="5492242" y="51054"/>
                    <a:pt x="5492242" y="114427"/>
                  </a:cubicBezTo>
                  <a:lnTo>
                    <a:pt x="5479542" y="114427"/>
                  </a:lnTo>
                  <a:lnTo>
                    <a:pt x="5492242" y="114427"/>
                  </a:lnTo>
                  <a:lnTo>
                    <a:pt x="5492242" y="1578229"/>
                  </a:lnTo>
                  <a:lnTo>
                    <a:pt x="5479542" y="1578229"/>
                  </a:lnTo>
                  <a:lnTo>
                    <a:pt x="5492242" y="1578229"/>
                  </a:lnTo>
                  <a:cubicBezTo>
                    <a:pt x="5492242" y="1641602"/>
                    <a:pt x="5440426" y="1692656"/>
                    <a:pt x="5376799" y="1692656"/>
                  </a:cubicBezTo>
                  <a:lnTo>
                    <a:pt x="5376799" y="1679956"/>
                  </a:lnTo>
                  <a:lnTo>
                    <a:pt x="5376799" y="1692656"/>
                  </a:lnTo>
                  <a:lnTo>
                    <a:pt x="115443" y="1692656"/>
                  </a:lnTo>
                  <a:lnTo>
                    <a:pt x="115443" y="1679956"/>
                  </a:lnTo>
                  <a:lnTo>
                    <a:pt x="115443" y="1692656"/>
                  </a:lnTo>
                  <a:cubicBezTo>
                    <a:pt x="51816" y="1692656"/>
                    <a:pt x="0" y="1641602"/>
                    <a:pt x="0" y="1578229"/>
                  </a:cubicBezTo>
                  <a:lnTo>
                    <a:pt x="0" y="114427"/>
                  </a:lnTo>
                  <a:lnTo>
                    <a:pt x="12700" y="114427"/>
                  </a:lnTo>
                  <a:lnTo>
                    <a:pt x="0" y="114427"/>
                  </a:lnTo>
                  <a:moveTo>
                    <a:pt x="25400" y="114427"/>
                  </a:moveTo>
                  <a:lnTo>
                    <a:pt x="25400" y="1578229"/>
                  </a:lnTo>
                  <a:lnTo>
                    <a:pt x="12700" y="1578229"/>
                  </a:lnTo>
                  <a:lnTo>
                    <a:pt x="25400" y="1578229"/>
                  </a:lnTo>
                  <a:cubicBezTo>
                    <a:pt x="25400" y="1627251"/>
                    <a:pt x="65659" y="1667256"/>
                    <a:pt x="115443" y="1667256"/>
                  </a:cubicBezTo>
                  <a:lnTo>
                    <a:pt x="5376799" y="1667256"/>
                  </a:lnTo>
                  <a:cubicBezTo>
                    <a:pt x="5426710" y="1667256"/>
                    <a:pt x="5466842" y="1627251"/>
                    <a:pt x="5466842" y="1578229"/>
                  </a:cubicBezTo>
                  <a:lnTo>
                    <a:pt x="5466842" y="114427"/>
                  </a:lnTo>
                  <a:cubicBezTo>
                    <a:pt x="5466842" y="65405"/>
                    <a:pt x="5426583" y="25400"/>
                    <a:pt x="5376799" y="25400"/>
                  </a:cubicBezTo>
                  <a:lnTo>
                    <a:pt x="115443" y="25400"/>
                  </a:lnTo>
                  <a:lnTo>
                    <a:pt x="115443" y="12700"/>
                  </a:lnTo>
                  <a:lnTo>
                    <a:pt x="115443" y="25400"/>
                  </a:lnTo>
                  <a:cubicBezTo>
                    <a:pt x="65659" y="25400"/>
                    <a:pt x="25400" y="65405"/>
                    <a:pt x="25400" y="114427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930043" y="8637418"/>
            <a:ext cx="1167209" cy="32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4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DOM API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30043" y="9041668"/>
            <a:ext cx="4427902" cy="54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645" b="true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Создание, удаление и обновление карточек сериалов.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725842" y="8395392"/>
            <a:ext cx="4931015" cy="1519671"/>
            <a:chOff x="0" y="0"/>
            <a:chExt cx="5492356" cy="169266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5466842" cy="1667256"/>
            </a:xfrm>
            <a:custGeom>
              <a:avLst/>
              <a:gdLst/>
              <a:ahLst/>
              <a:cxnLst/>
              <a:rect r="r" b="b" t="t" l="l"/>
              <a:pathLst>
                <a:path h="1667256" w="5466842">
                  <a:moveTo>
                    <a:pt x="0" y="101727"/>
                  </a:moveTo>
                  <a:cubicBezTo>
                    <a:pt x="0" y="45593"/>
                    <a:pt x="45974" y="0"/>
                    <a:pt x="102743" y="0"/>
                  </a:cubicBezTo>
                  <a:lnTo>
                    <a:pt x="5364099" y="0"/>
                  </a:lnTo>
                  <a:cubicBezTo>
                    <a:pt x="5420868" y="0"/>
                    <a:pt x="5466842" y="45593"/>
                    <a:pt x="5466842" y="101727"/>
                  </a:cubicBezTo>
                  <a:lnTo>
                    <a:pt x="5466842" y="1565529"/>
                  </a:lnTo>
                  <a:cubicBezTo>
                    <a:pt x="5466842" y="1621663"/>
                    <a:pt x="5420868" y="1667256"/>
                    <a:pt x="5364099" y="1667256"/>
                  </a:cubicBezTo>
                  <a:lnTo>
                    <a:pt x="102743" y="1667256"/>
                  </a:lnTo>
                  <a:cubicBezTo>
                    <a:pt x="45974" y="1667256"/>
                    <a:pt x="0" y="1621663"/>
                    <a:pt x="0" y="1565529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92242" cy="1692656"/>
            </a:xfrm>
            <a:custGeom>
              <a:avLst/>
              <a:gdLst/>
              <a:ahLst/>
              <a:cxnLst/>
              <a:rect r="r" b="b" t="t" l="l"/>
              <a:pathLst>
                <a:path h="1692656" w="5492242">
                  <a:moveTo>
                    <a:pt x="0" y="114427"/>
                  </a:moveTo>
                  <a:cubicBezTo>
                    <a:pt x="0" y="51054"/>
                    <a:pt x="51816" y="0"/>
                    <a:pt x="115443" y="0"/>
                  </a:cubicBezTo>
                  <a:lnTo>
                    <a:pt x="5376799" y="0"/>
                  </a:lnTo>
                  <a:lnTo>
                    <a:pt x="5376799" y="12700"/>
                  </a:lnTo>
                  <a:lnTo>
                    <a:pt x="5376799" y="0"/>
                  </a:lnTo>
                  <a:cubicBezTo>
                    <a:pt x="5440426" y="0"/>
                    <a:pt x="5492242" y="51054"/>
                    <a:pt x="5492242" y="114427"/>
                  </a:cubicBezTo>
                  <a:lnTo>
                    <a:pt x="5479542" y="114427"/>
                  </a:lnTo>
                  <a:lnTo>
                    <a:pt x="5492242" y="114427"/>
                  </a:lnTo>
                  <a:lnTo>
                    <a:pt x="5492242" y="1578229"/>
                  </a:lnTo>
                  <a:lnTo>
                    <a:pt x="5479542" y="1578229"/>
                  </a:lnTo>
                  <a:lnTo>
                    <a:pt x="5492242" y="1578229"/>
                  </a:lnTo>
                  <a:cubicBezTo>
                    <a:pt x="5492242" y="1641602"/>
                    <a:pt x="5440426" y="1692656"/>
                    <a:pt x="5376799" y="1692656"/>
                  </a:cubicBezTo>
                  <a:lnTo>
                    <a:pt x="5376799" y="1679956"/>
                  </a:lnTo>
                  <a:lnTo>
                    <a:pt x="5376799" y="1692656"/>
                  </a:lnTo>
                  <a:lnTo>
                    <a:pt x="115443" y="1692656"/>
                  </a:lnTo>
                  <a:lnTo>
                    <a:pt x="115443" y="1679956"/>
                  </a:lnTo>
                  <a:lnTo>
                    <a:pt x="115443" y="1692656"/>
                  </a:lnTo>
                  <a:cubicBezTo>
                    <a:pt x="51816" y="1692656"/>
                    <a:pt x="0" y="1641602"/>
                    <a:pt x="0" y="1578229"/>
                  </a:cubicBezTo>
                  <a:lnTo>
                    <a:pt x="0" y="114427"/>
                  </a:lnTo>
                  <a:lnTo>
                    <a:pt x="12700" y="114427"/>
                  </a:lnTo>
                  <a:lnTo>
                    <a:pt x="0" y="114427"/>
                  </a:lnTo>
                  <a:moveTo>
                    <a:pt x="25400" y="114427"/>
                  </a:moveTo>
                  <a:lnTo>
                    <a:pt x="25400" y="1578229"/>
                  </a:lnTo>
                  <a:lnTo>
                    <a:pt x="12700" y="1578229"/>
                  </a:lnTo>
                  <a:lnTo>
                    <a:pt x="25400" y="1578229"/>
                  </a:lnTo>
                  <a:cubicBezTo>
                    <a:pt x="25400" y="1627251"/>
                    <a:pt x="65659" y="1667256"/>
                    <a:pt x="115443" y="1667256"/>
                  </a:cubicBezTo>
                  <a:lnTo>
                    <a:pt x="5376799" y="1667256"/>
                  </a:lnTo>
                  <a:cubicBezTo>
                    <a:pt x="5426710" y="1667256"/>
                    <a:pt x="5466842" y="1627251"/>
                    <a:pt x="5466842" y="1578229"/>
                  </a:cubicBezTo>
                  <a:lnTo>
                    <a:pt x="5466842" y="114427"/>
                  </a:lnTo>
                  <a:cubicBezTo>
                    <a:pt x="5466842" y="65405"/>
                    <a:pt x="5426583" y="25400"/>
                    <a:pt x="5376799" y="25400"/>
                  </a:cubicBezTo>
                  <a:lnTo>
                    <a:pt x="115443" y="25400"/>
                  </a:lnTo>
                  <a:lnTo>
                    <a:pt x="115443" y="12700"/>
                  </a:lnTo>
                  <a:lnTo>
                    <a:pt x="115443" y="25400"/>
                  </a:lnTo>
                  <a:cubicBezTo>
                    <a:pt x="65659" y="25400"/>
                    <a:pt x="25400" y="65405"/>
                    <a:pt x="25400" y="114427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977393" y="8637418"/>
            <a:ext cx="1640086" cy="32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4" b="true">
                <a:solidFill>
                  <a:srgbClr val="CFD0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localStorage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77393" y="9041668"/>
            <a:ext cx="4427902" cy="54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645" b="true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Сериализация данных через </a:t>
            </a:r>
            <a:r>
              <a:rPr lang="en-US" sz="1645">
                <a:solidFill>
                  <a:srgbClr val="CFD0D8"/>
                </a:solidFill>
                <a:latin typeface="Open Sans"/>
                <a:ea typeface="Open Sans"/>
                <a:cs typeface="Open Sans"/>
                <a:sym typeface="Open Sans"/>
              </a:rPr>
              <a:t>JSON.stringify</a:t>
            </a:r>
            <a:r>
              <a:rPr lang="en-US" sz="1645" b="true">
                <a:solidFill>
                  <a:srgbClr val="CFD0D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и загрузка при старте.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695" y="782241"/>
            <a:ext cx="1017241" cy="478041"/>
            <a:chOff x="0" y="0"/>
            <a:chExt cx="1356322" cy="6373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6360" cy="637413"/>
            </a:xfrm>
            <a:custGeom>
              <a:avLst/>
              <a:gdLst/>
              <a:ahLst/>
              <a:cxnLst/>
              <a:rect r="r" b="b" t="t" l="l"/>
              <a:pathLst>
                <a:path h="637413" w="1356360">
                  <a:moveTo>
                    <a:pt x="0" y="117094"/>
                  </a:moveTo>
                  <a:cubicBezTo>
                    <a:pt x="0" y="52451"/>
                    <a:pt x="52451" y="0"/>
                    <a:pt x="117094" y="0"/>
                  </a:cubicBezTo>
                  <a:lnTo>
                    <a:pt x="1239266" y="0"/>
                  </a:lnTo>
                  <a:cubicBezTo>
                    <a:pt x="1303909" y="0"/>
                    <a:pt x="1356360" y="52451"/>
                    <a:pt x="1356360" y="117094"/>
                  </a:cubicBezTo>
                  <a:lnTo>
                    <a:pt x="1356360" y="520319"/>
                  </a:lnTo>
                  <a:cubicBezTo>
                    <a:pt x="1356360" y="584962"/>
                    <a:pt x="1303909" y="637413"/>
                    <a:pt x="1239266" y="637413"/>
                  </a:cubicBezTo>
                  <a:lnTo>
                    <a:pt x="117094" y="637413"/>
                  </a:lnTo>
                  <a:cubicBezTo>
                    <a:pt x="52451" y="637413"/>
                    <a:pt x="0" y="584962"/>
                    <a:pt x="0" y="520319"/>
                  </a:cubicBezTo>
                  <a:close/>
                </a:path>
              </a:pathLst>
            </a:custGeom>
            <a:solidFill>
              <a:srgbClr val="25252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1410" y="822427"/>
            <a:ext cx="703812" cy="35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ИТОГИ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695" y="1327995"/>
            <a:ext cx="7699172" cy="84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>
                <a:solidFill>
                  <a:srgbClr val="CBCCC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Результат и заключение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09933" y="2529926"/>
            <a:ext cx="4689272" cy="2710758"/>
            <a:chOff x="0" y="0"/>
            <a:chExt cx="6252362" cy="36143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239637" cy="3601720"/>
            </a:xfrm>
            <a:custGeom>
              <a:avLst/>
              <a:gdLst/>
              <a:ahLst/>
              <a:cxnLst/>
              <a:rect r="r" b="b" t="t" l="l"/>
              <a:pathLst>
                <a:path h="3601720" w="6239637">
                  <a:moveTo>
                    <a:pt x="0" y="146431"/>
                  </a:moveTo>
                  <a:cubicBezTo>
                    <a:pt x="0" y="65532"/>
                    <a:pt x="65659" y="0"/>
                    <a:pt x="146558" y="0"/>
                  </a:cubicBezTo>
                  <a:lnTo>
                    <a:pt x="6093079" y="0"/>
                  </a:lnTo>
                  <a:cubicBezTo>
                    <a:pt x="6173978" y="0"/>
                    <a:pt x="6239637" y="65532"/>
                    <a:pt x="6239637" y="146431"/>
                  </a:cubicBezTo>
                  <a:lnTo>
                    <a:pt x="6239637" y="3455289"/>
                  </a:lnTo>
                  <a:cubicBezTo>
                    <a:pt x="6239637" y="3536188"/>
                    <a:pt x="6173978" y="3601720"/>
                    <a:pt x="6093079" y="3601720"/>
                  </a:cubicBezTo>
                  <a:lnTo>
                    <a:pt x="146558" y="3601720"/>
                  </a:lnTo>
                  <a:cubicBezTo>
                    <a:pt x="65659" y="3601593"/>
                    <a:pt x="0" y="3536061"/>
                    <a:pt x="0" y="3455289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52337" cy="3614420"/>
            </a:xfrm>
            <a:custGeom>
              <a:avLst/>
              <a:gdLst/>
              <a:ahLst/>
              <a:cxnLst/>
              <a:rect r="r" b="b" t="t" l="l"/>
              <a:pathLst>
                <a:path h="3614420" w="6252337">
                  <a:moveTo>
                    <a:pt x="0" y="152781"/>
                  </a:moveTo>
                  <a:cubicBezTo>
                    <a:pt x="0" y="68326"/>
                    <a:pt x="68453" y="0"/>
                    <a:pt x="152908" y="0"/>
                  </a:cubicBezTo>
                  <a:lnTo>
                    <a:pt x="6099429" y="0"/>
                  </a:lnTo>
                  <a:lnTo>
                    <a:pt x="6099429" y="6350"/>
                  </a:lnTo>
                  <a:lnTo>
                    <a:pt x="6099429" y="0"/>
                  </a:lnTo>
                  <a:cubicBezTo>
                    <a:pt x="6183884" y="0"/>
                    <a:pt x="6252337" y="68326"/>
                    <a:pt x="6252337" y="152781"/>
                  </a:cubicBezTo>
                  <a:lnTo>
                    <a:pt x="6245987" y="152781"/>
                  </a:lnTo>
                  <a:lnTo>
                    <a:pt x="6252337" y="152781"/>
                  </a:lnTo>
                  <a:lnTo>
                    <a:pt x="6252337" y="3461639"/>
                  </a:lnTo>
                  <a:lnTo>
                    <a:pt x="6245987" y="3461639"/>
                  </a:lnTo>
                  <a:lnTo>
                    <a:pt x="6252337" y="3461639"/>
                  </a:lnTo>
                  <a:cubicBezTo>
                    <a:pt x="6252337" y="3545967"/>
                    <a:pt x="6183884" y="3614420"/>
                    <a:pt x="6099429" y="3614420"/>
                  </a:cubicBezTo>
                  <a:lnTo>
                    <a:pt x="6099429" y="3608070"/>
                  </a:lnTo>
                  <a:lnTo>
                    <a:pt x="6099429" y="3614420"/>
                  </a:lnTo>
                  <a:lnTo>
                    <a:pt x="152908" y="3614420"/>
                  </a:lnTo>
                  <a:lnTo>
                    <a:pt x="152908" y="3608070"/>
                  </a:lnTo>
                  <a:lnTo>
                    <a:pt x="152908" y="3614420"/>
                  </a:lnTo>
                  <a:cubicBezTo>
                    <a:pt x="68453" y="3614293"/>
                    <a:pt x="0" y="3545967"/>
                    <a:pt x="0" y="3461639"/>
                  </a:cubicBezTo>
                  <a:lnTo>
                    <a:pt x="0" y="152781"/>
                  </a:lnTo>
                  <a:lnTo>
                    <a:pt x="6350" y="152781"/>
                  </a:lnTo>
                  <a:lnTo>
                    <a:pt x="0" y="152781"/>
                  </a:lnTo>
                  <a:moveTo>
                    <a:pt x="12700" y="152781"/>
                  </a:moveTo>
                  <a:lnTo>
                    <a:pt x="12700" y="3461639"/>
                  </a:lnTo>
                  <a:lnTo>
                    <a:pt x="6350" y="3461639"/>
                  </a:lnTo>
                  <a:lnTo>
                    <a:pt x="12700" y="3461639"/>
                  </a:lnTo>
                  <a:cubicBezTo>
                    <a:pt x="12700" y="3538982"/>
                    <a:pt x="75438" y="3601720"/>
                    <a:pt x="152908" y="3601720"/>
                  </a:cubicBezTo>
                  <a:lnTo>
                    <a:pt x="6099429" y="3601720"/>
                  </a:lnTo>
                  <a:cubicBezTo>
                    <a:pt x="6176899" y="3601720"/>
                    <a:pt x="6239637" y="3538982"/>
                    <a:pt x="6239637" y="3461639"/>
                  </a:cubicBezTo>
                  <a:lnTo>
                    <a:pt x="6239637" y="152781"/>
                  </a:lnTo>
                  <a:cubicBezTo>
                    <a:pt x="6239637" y="75438"/>
                    <a:pt x="6176899" y="12700"/>
                    <a:pt x="6099429" y="12700"/>
                  </a:cubicBezTo>
                  <a:lnTo>
                    <a:pt x="152908" y="12700"/>
                  </a:lnTo>
                  <a:lnTo>
                    <a:pt x="152908" y="6350"/>
                  </a:lnTo>
                  <a:lnTo>
                    <a:pt x="152908" y="12700"/>
                  </a:lnTo>
                  <a:cubicBezTo>
                    <a:pt x="75438" y="12700"/>
                    <a:pt x="12700" y="75438"/>
                    <a:pt x="12700" y="152781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85567" y="2796035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Готовый продукт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5567" y="3291630"/>
            <a:ext cx="4138022" cy="167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Работающее трёхстраничное SPA-приложение с полным циклом управления коллекцией сериалов.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30643" y="2529926"/>
            <a:ext cx="4689424" cy="2710758"/>
            <a:chOff x="0" y="0"/>
            <a:chExt cx="6252566" cy="36143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239891" cy="3601720"/>
            </a:xfrm>
            <a:custGeom>
              <a:avLst/>
              <a:gdLst/>
              <a:ahLst/>
              <a:cxnLst/>
              <a:rect r="r" b="b" t="t" l="l"/>
              <a:pathLst>
                <a:path h="3601720" w="6239891">
                  <a:moveTo>
                    <a:pt x="0" y="146431"/>
                  </a:moveTo>
                  <a:cubicBezTo>
                    <a:pt x="0" y="65532"/>
                    <a:pt x="65659" y="0"/>
                    <a:pt x="146558" y="0"/>
                  </a:cubicBezTo>
                  <a:lnTo>
                    <a:pt x="6093333" y="0"/>
                  </a:lnTo>
                  <a:cubicBezTo>
                    <a:pt x="6174232" y="0"/>
                    <a:pt x="6239891" y="65532"/>
                    <a:pt x="6239891" y="146431"/>
                  </a:cubicBezTo>
                  <a:lnTo>
                    <a:pt x="6239891" y="3455289"/>
                  </a:lnTo>
                  <a:cubicBezTo>
                    <a:pt x="6239891" y="3536188"/>
                    <a:pt x="6174232" y="3601720"/>
                    <a:pt x="6093333" y="3601720"/>
                  </a:cubicBezTo>
                  <a:lnTo>
                    <a:pt x="146558" y="3601720"/>
                  </a:lnTo>
                  <a:cubicBezTo>
                    <a:pt x="65659" y="3601593"/>
                    <a:pt x="0" y="3536061"/>
                    <a:pt x="0" y="3455289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52591" cy="3614420"/>
            </a:xfrm>
            <a:custGeom>
              <a:avLst/>
              <a:gdLst/>
              <a:ahLst/>
              <a:cxnLst/>
              <a:rect r="r" b="b" t="t" l="l"/>
              <a:pathLst>
                <a:path h="3614420" w="6252591">
                  <a:moveTo>
                    <a:pt x="0" y="152781"/>
                  </a:moveTo>
                  <a:cubicBezTo>
                    <a:pt x="0" y="68326"/>
                    <a:pt x="68453" y="0"/>
                    <a:pt x="152908" y="0"/>
                  </a:cubicBezTo>
                  <a:lnTo>
                    <a:pt x="6099683" y="0"/>
                  </a:lnTo>
                  <a:lnTo>
                    <a:pt x="6099683" y="6350"/>
                  </a:lnTo>
                  <a:lnTo>
                    <a:pt x="6099683" y="0"/>
                  </a:lnTo>
                  <a:cubicBezTo>
                    <a:pt x="6184138" y="0"/>
                    <a:pt x="6252591" y="68326"/>
                    <a:pt x="6252591" y="152781"/>
                  </a:cubicBezTo>
                  <a:lnTo>
                    <a:pt x="6246241" y="152781"/>
                  </a:lnTo>
                  <a:lnTo>
                    <a:pt x="6252591" y="152781"/>
                  </a:lnTo>
                  <a:lnTo>
                    <a:pt x="6252591" y="3461639"/>
                  </a:lnTo>
                  <a:lnTo>
                    <a:pt x="6246241" y="3461639"/>
                  </a:lnTo>
                  <a:lnTo>
                    <a:pt x="6252591" y="3461639"/>
                  </a:lnTo>
                  <a:cubicBezTo>
                    <a:pt x="6252591" y="3545967"/>
                    <a:pt x="6184138" y="3614420"/>
                    <a:pt x="6099683" y="3614420"/>
                  </a:cubicBezTo>
                  <a:lnTo>
                    <a:pt x="6099683" y="3608070"/>
                  </a:lnTo>
                  <a:lnTo>
                    <a:pt x="6099683" y="3614420"/>
                  </a:lnTo>
                  <a:lnTo>
                    <a:pt x="152908" y="3614420"/>
                  </a:lnTo>
                  <a:lnTo>
                    <a:pt x="152908" y="3608070"/>
                  </a:lnTo>
                  <a:lnTo>
                    <a:pt x="152908" y="3614420"/>
                  </a:lnTo>
                  <a:cubicBezTo>
                    <a:pt x="68453" y="3614293"/>
                    <a:pt x="0" y="3545967"/>
                    <a:pt x="0" y="3461639"/>
                  </a:cubicBezTo>
                  <a:lnTo>
                    <a:pt x="0" y="152781"/>
                  </a:lnTo>
                  <a:lnTo>
                    <a:pt x="6350" y="152781"/>
                  </a:lnTo>
                  <a:lnTo>
                    <a:pt x="0" y="152781"/>
                  </a:lnTo>
                  <a:moveTo>
                    <a:pt x="12700" y="152781"/>
                  </a:moveTo>
                  <a:lnTo>
                    <a:pt x="12700" y="3461639"/>
                  </a:lnTo>
                  <a:lnTo>
                    <a:pt x="6350" y="3461639"/>
                  </a:lnTo>
                  <a:lnTo>
                    <a:pt x="12700" y="3461639"/>
                  </a:lnTo>
                  <a:cubicBezTo>
                    <a:pt x="12700" y="3538982"/>
                    <a:pt x="75438" y="3601720"/>
                    <a:pt x="152908" y="3601720"/>
                  </a:cubicBezTo>
                  <a:lnTo>
                    <a:pt x="6099683" y="3601720"/>
                  </a:lnTo>
                  <a:cubicBezTo>
                    <a:pt x="6177153" y="3601720"/>
                    <a:pt x="6239891" y="3538982"/>
                    <a:pt x="6239891" y="3461639"/>
                  </a:cubicBezTo>
                  <a:lnTo>
                    <a:pt x="6239891" y="152781"/>
                  </a:lnTo>
                  <a:cubicBezTo>
                    <a:pt x="6239891" y="75438"/>
                    <a:pt x="6177026" y="12700"/>
                    <a:pt x="6099683" y="12700"/>
                  </a:cubicBezTo>
                  <a:lnTo>
                    <a:pt x="152908" y="12700"/>
                  </a:lnTo>
                  <a:lnTo>
                    <a:pt x="152908" y="6350"/>
                  </a:lnTo>
                  <a:lnTo>
                    <a:pt x="152908" y="12700"/>
                  </a:lnTo>
                  <a:cubicBezTo>
                    <a:pt x="75438" y="12700"/>
                    <a:pt x="12700" y="75438"/>
                    <a:pt x="12700" y="152781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106268" y="2796035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Без сервера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06268" y="3291630"/>
            <a:ext cx="4138165" cy="167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Все данные хранятся в браузере пользователя — приложение автономно и не требует бэкенда.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9933" y="5472112"/>
            <a:ext cx="9610134" cy="1907381"/>
            <a:chOff x="0" y="0"/>
            <a:chExt cx="12813513" cy="25431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12800838" cy="2530348"/>
            </a:xfrm>
            <a:custGeom>
              <a:avLst/>
              <a:gdLst/>
              <a:ahLst/>
              <a:cxnLst/>
              <a:rect r="r" b="b" t="t" l="l"/>
              <a:pathLst>
                <a:path h="2530348" w="12800838">
                  <a:moveTo>
                    <a:pt x="0" y="146304"/>
                  </a:moveTo>
                  <a:cubicBezTo>
                    <a:pt x="0" y="65532"/>
                    <a:pt x="65786" y="0"/>
                    <a:pt x="146939" y="0"/>
                  </a:cubicBezTo>
                  <a:lnTo>
                    <a:pt x="12653899" y="0"/>
                  </a:lnTo>
                  <a:cubicBezTo>
                    <a:pt x="12735052" y="0"/>
                    <a:pt x="12800838" y="65532"/>
                    <a:pt x="12800838" y="146304"/>
                  </a:cubicBezTo>
                  <a:lnTo>
                    <a:pt x="12800838" y="2384044"/>
                  </a:lnTo>
                  <a:cubicBezTo>
                    <a:pt x="12800838" y="2464816"/>
                    <a:pt x="12735052" y="2530348"/>
                    <a:pt x="12653899" y="2530348"/>
                  </a:cubicBezTo>
                  <a:lnTo>
                    <a:pt x="146939" y="2530348"/>
                  </a:lnTo>
                  <a:cubicBezTo>
                    <a:pt x="65786" y="2530475"/>
                    <a:pt x="0" y="2464943"/>
                    <a:pt x="0" y="2384171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13538" cy="2543048"/>
            </a:xfrm>
            <a:custGeom>
              <a:avLst/>
              <a:gdLst/>
              <a:ahLst/>
              <a:cxnLst/>
              <a:rect r="r" b="b" t="t" l="l"/>
              <a:pathLst>
                <a:path h="2543048" w="12813538">
                  <a:moveTo>
                    <a:pt x="0" y="152654"/>
                  </a:moveTo>
                  <a:cubicBezTo>
                    <a:pt x="0" y="68326"/>
                    <a:pt x="68707" y="0"/>
                    <a:pt x="153289" y="0"/>
                  </a:cubicBezTo>
                  <a:lnTo>
                    <a:pt x="12660249" y="0"/>
                  </a:lnTo>
                  <a:lnTo>
                    <a:pt x="12660249" y="6350"/>
                  </a:lnTo>
                  <a:lnTo>
                    <a:pt x="12660249" y="0"/>
                  </a:lnTo>
                  <a:cubicBezTo>
                    <a:pt x="12744831" y="0"/>
                    <a:pt x="12813538" y="68326"/>
                    <a:pt x="12813538" y="152654"/>
                  </a:cubicBezTo>
                  <a:lnTo>
                    <a:pt x="12807188" y="152654"/>
                  </a:lnTo>
                  <a:lnTo>
                    <a:pt x="12813538" y="152654"/>
                  </a:lnTo>
                  <a:lnTo>
                    <a:pt x="12813538" y="2390394"/>
                  </a:lnTo>
                  <a:lnTo>
                    <a:pt x="12807188" y="2390394"/>
                  </a:lnTo>
                  <a:lnTo>
                    <a:pt x="12813538" y="2390394"/>
                  </a:lnTo>
                  <a:cubicBezTo>
                    <a:pt x="12813538" y="2474722"/>
                    <a:pt x="12744831" y="2543048"/>
                    <a:pt x="12660249" y="2543048"/>
                  </a:cubicBezTo>
                  <a:lnTo>
                    <a:pt x="12660249" y="2536698"/>
                  </a:lnTo>
                  <a:lnTo>
                    <a:pt x="12660249" y="2543048"/>
                  </a:lnTo>
                  <a:lnTo>
                    <a:pt x="153289" y="2543048"/>
                  </a:lnTo>
                  <a:lnTo>
                    <a:pt x="153289" y="2536698"/>
                  </a:lnTo>
                  <a:lnTo>
                    <a:pt x="153289" y="2543048"/>
                  </a:lnTo>
                  <a:cubicBezTo>
                    <a:pt x="68707" y="2543175"/>
                    <a:pt x="0" y="2474849"/>
                    <a:pt x="0" y="2390521"/>
                  </a:cubicBezTo>
                  <a:lnTo>
                    <a:pt x="0" y="152654"/>
                  </a:lnTo>
                  <a:lnTo>
                    <a:pt x="6350" y="152654"/>
                  </a:lnTo>
                  <a:lnTo>
                    <a:pt x="0" y="152654"/>
                  </a:lnTo>
                  <a:moveTo>
                    <a:pt x="12700" y="152654"/>
                  </a:moveTo>
                  <a:lnTo>
                    <a:pt x="12700" y="2390394"/>
                  </a:lnTo>
                  <a:lnTo>
                    <a:pt x="6350" y="2390394"/>
                  </a:lnTo>
                  <a:lnTo>
                    <a:pt x="12700" y="2390394"/>
                  </a:lnTo>
                  <a:cubicBezTo>
                    <a:pt x="12700" y="2467737"/>
                    <a:pt x="75565" y="2530348"/>
                    <a:pt x="153289" y="2530348"/>
                  </a:cubicBezTo>
                  <a:lnTo>
                    <a:pt x="12660249" y="2530348"/>
                  </a:lnTo>
                  <a:cubicBezTo>
                    <a:pt x="12737973" y="2530348"/>
                    <a:pt x="12800838" y="2467610"/>
                    <a:pt x="12800838" y="2390394"/>
                  </a:cubicBezTo>
                  <a:lnTo>
                    <a:pt x="12800838" y="152654"/>
                  </a:lnTo>
                  <a:cubicBezTo>
                    <a:pt x="12800838" y="75311"/>
                    <a:pt x="12737973" y="12700"/>
                    <a:pt x="12660249" y="12700"/>
                  </a:cubicBezTo>
                  <a:lnTo>
                    <a:pt x="153289" y="12700"/>
                  </a:lnTo>
                  <a:lnTo>
                    <a:pt x="153289" y="6350"/>
                  </a:lnTo>
                  <a:lnTo>
                    <a:pt x="153289" y="12700"/>
                  </a:lnTo>
                  <a:cubicBezTo>
                    <a:pt x="75565" y="12700"/>
                    <a:pt x="12700" y="75438"/>
                    <a:pt x="12700" y="152654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85567" y="5738222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Адаптивность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5567" y="6233817"/>
            <a:ext cx="9058866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FD0D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Корректное отображение на десктопных и мобильных устройствах благодаря медиа-запросам.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695" y="7645746"/>
            <a:ext cx="9600609" cy="1858861"/>
            <a:chOff x="0" y="0"/>
            <a:chExt cx="12800813" cy="24784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0838" cy="2478532"/>
            </a:xfrm>
            <a:custGeom>
              <a:avLst/>
              <a:gdLst/>
              <a:ahLst/>
              <a:cxnLst/>
              <a:rect r="r" b="b" t="t" l="l"/>
              <a:pathLst>
                <a:path h="2478532" w="12800838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2654407" y="0"/>
                  </a:lnTo>
                  <a:cubicBezTo>
                    <a:pt x="12735306" y="0"/>
                    <a:pt x="12800838" y="65532"/>
                    <a:pt x="12800838" y="146431"/>
                  </a:cubicBezTo>
                  <a:lnTo>
                    <a:pt x="12800838" y="2332101"/>
                  </a:lnTo>
                  <a:cubicBezTo>
                    <a:pt x="12800838" y="2413000"/>
                    <a:pt x="12735306" y="2478532"/>
                    <a:pt x="12654407" y="2478532"/>
                  </a:cubicBezTo>
                  <a:lnTo>
                    <a:pt x="146431" y="2478532"/>
                  </a:lnTo>
                  <a:cubicBezTo>
                    <a:pt x="65532" y="2478532"/>
                    <a:pt x="0" y="2413000"/>
                    <a:pt x="0" y="2332101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76042" y="8038948"/>
            <a:ext cx="326679" cy="261347"/>
            <a:chOff x="0" y="0"/>
            <a:chExt cx="435572" cy="348463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435610" cy="348488"/>
            </a:xfrm>
            <a:custGeom>
              <a:avLst/>
              <a:gdLst/>
              <a:ahLst/>
              <a:cxnLst/>
              <a:rect r="r" b="b" t="t" l="l"/>
              <a:pathLst>
                <a:path h="348488" w="435610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t="0" r="-361" b="7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764059" y="7875832"/>
            <a:ext cx="8489899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 b="tru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Цель курсовой работы достигнута: разработано функциональное веб-приложение с использованием HTML, CSS, JavaScript и localStorage.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DAHH-Yyv_-o</dc:identifier>
  <dcterms:modified xsi:type="dcterms:W3CDTF">2011-08-01T06:04:30Z</dcterms:modified>
  <cp:revision>1</cp:revision>
  <dc:title>Kollekciya-serialov.pdf</dc:title>
</cp:coreProperties>
</file>